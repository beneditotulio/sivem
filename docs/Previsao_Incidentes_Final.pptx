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Previsão de Incidentes em Períodos Pós-Eleitorais Usando Machine Learning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000">
                <a:solidFill>
                  <a:srgbClr val="646464"/>
                </a:solidFill>
              </a:defRPr>
            </a:pPr>
            <a:r>
              <a:t>Transformando dados em poder de antecipação</a:t>
            </a:r>
          </a:p>
          <a:p/>
          <a:p>
            <a:r>
              <a:t>Autores:</a:t>
            </a:r>
          </a:p>
          <a:p>
            <a:r>
              <a:t>Neves Cossa</a:t>
            </a:r>
          </a:p>
          <a:p>
            <a:r>
              <a:t>Olinda da Costa</a:t>
            </a:r>
          </a:p>
          <a:p>
            <a:r>
              <a:t>Túlio Benedito Nhantumbo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Gráficos Simulados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grafico_evol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3657600" cy="2612571"/>
          </a:xfrm>
          <a:prstGeom prst="rect">
            <a:avLst/>
          </a:prstGeom>
        </p:spPr>
      </p:pic>
      <p:pic>
        <p:nvPicPr>
          <p:cNvPr id="5" name="Picture 4" descr="grafico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3657600" cy="2612571"/>
          </a:xfrm>
          <a:prstGeom prst="rect">
            <a:avLst/>
          </a:prstGeom>
        </p:spPr>
      </p:pic>
      <p:pic>
        <p:nvPicPr>
          <p:cNvPr id="6" name="Picture 5" descr="grafico_barr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0"/>
            <a:ext cx="3657600" cy="261257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