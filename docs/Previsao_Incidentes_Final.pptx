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2025-11-29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860" y="1395412"/>
            <a:ext cx="7772400" cy="1470025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dirty="0" err="1"/>
              <a:t>Previsão</a:t>
            </a:r>
            <a:r>
              <a:rPr dirty="0"/>
              <a:t> de </a:t>
            </a:r>
            <a:r>
              <a:rPr dirty="0" err="1"/>
              <a:t>Incidentes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Períodos</a:t>
            </a:r>
            <a:r>
              <a:rPr dirty="0"/>
              <a:t> </a:t>
            </a:r>
            <a:r>
              <a:rPr dirty="0" err="1"/>
              <a:t>Pós-Eleitorais</a:t>
            </a:r>
            <a:r>
              <a:rPr dirty="0"/>
              <a:t> </a:t>
            </a:r>
            <a:r>
              <a:rPr dirty="0" err="1"/>
              <a:t>Usando</a:t>
            </a:r>
            <a:r>
              <a:rPr dirty="0"/>
              <a:t>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Transformando dados em poder de antecipação</a:t>
            </a:r>
          </a:p>
          <a:p>
            <a:endParaRPr/>
          </a:p>
          <a:p>
            <a:r>
              <a:t>Autores:</a:t>
            </a:r>
          </a:p>
          <a:p>
            <a:r>
              <a:t>Neves Cossa</a:t>
            </a:r>
          </a:p>
          <a:p>
            <a:r>
              <a:t>Olinda da Costa</a:t>
            </a:r>
          </a:p>
          <a:p>
            <a:r>
              <a:t>Túlio Benedito Nhantumbo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Gráficos Simulados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grafico_evol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612571"/>
          </a:xfrm>
          <a:prstGeom prst="rect">
            <a:avLst/>
          </a:prstGeom>
        </p:spPr>
      </p:pic>
      <p:pic>
        <p:nvPicPr>
          <p:cNvPr id="5" name="Picture 4" descr="grafico_correl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2612571"/>
          </a:xfrm>
          <a:prstGeom prst="rect">
            <a:avLst/>
          </a:prstGeom>
        </p:spPr>
      </p:pic>
      <p:pic>
        <p:nvPicPr>
          <p:cNvPr id="6" name="Picture 5" descr="grafico_barr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3657600" cy="2612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27</Words>
  <Application>Microsoft Office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Previsão de Incidentes em Períodos Pós-Eleitorais Usando Machine Learning</vt:lpstr>
      <vt:lpstr>Gráficos Simulados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de Incidentes em Períodos Pós-Eleitorais Usando Machine Learning</dc:title>
  <dc:subject/>
  <dc:creator/>
  <cp:keywords/>
  <dc:description>generated using python-pptx</dc:description>
  <cp:lastModifiedBy>Microsoft account</cp:lastModifiedBy>
  <cp:revision>3</cp:revision>
  <dcterms:created xsi:type="dcterms:W3CDTF">2013-01-27T09:14:16Z</dcterms:created>
  <dcterms:modified xsi:type="dcterms:W3CDTF">2025-11-29T08:54:17Z</dcterms:modified>
  <cp:category/>
</cp:coreProperties>
</file>