
<file path=[Content_Types].xml><?xml version="1.0" encoding="utf-8"?>
<Types xmlns="http://schemas.openxmlformats.org/package/2006/content-types">
  <Default Extension="svg" ContentType="image/unknown"/>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78" r:id="rId2"/>
    <p:sldId id="2561" r:id="rId3"/>
    <p:sldId id="2562" r:id="rId4"/>
    <p:sldId id="2563" r:id="rId5"/>
    <p:sldId id="2564" r:id="rId6"/>
    <p:sldId id="2565" r:id="rId7"/>
    <p:sldId id="2566" r:id="rId8"/>
    <p:sldId id="2567" r:id="rId9"/>
    <p:sldId id="2568" r:id="rId10"/>
    <p:sldId id="2569" r:id="rId11"/>
    <p:sldId id="2570" r:id="rId12"/>
    <p:sldId id="2571" r:id="rId13"/>
    <p:sldId id="2572" r:id="rId14"/>
    <p:sldId id="2573" r:id="rId15"/>
    <p:sldId id="2574" r:id="rId16"/>
    <p:sldId id="2579" r:id="rId17"/>
    <p:sldId id="2576" r:id="rId18"/>
    <p:sldId id="2575" r:id="rId19"/>
    <p:sldId id="25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AED"/>
          </a:solidFill>
        </a:fill>
      </a:tcStyle>
    </a:wholeTbl>
    <a:band1H>
      <a:tcStyle>
        <a:tcBdr/>
        <a:fill>
          <a:solidFill>
            <a:srgbClr val="CCD2D8"/>
          </a:solidFill>
        </a:fill>
      </a:tcStyle>
    </a:band1H>
    <a:band2H>
      <a:tcStyle>
        <a:tcBdr/>
      </a:tcStyle>
    </a:band2H>
    <a:band1V>
      <a:tcStyle>
        <a:tcBdr/>
        <a:fill>
          <a:solidFill>
            <a:srgbClr val="CCD2D8"/>
          </a:solidFill>
        </a:fill>
      </a:tcStyle>
    </a:band1V>
    <a:band2V>
      <a:tcStyle>
        <a:tcBdr/>
      </a:tcStyle>
    </a:band2V>
    <a:lastCol>
      <a:tcTxStyle b="on">
        <a:font>
          <a:latin typeface="+mn-lt"/>
          <a:ea typeface="+mn-ea"/>
          <a:cs typeface="+mn-cs"/>
        </a:font>
        <a:srgbClr val="FFFFFF"/>
      </a:tcTxStyle>
      <a:tcStyle>
        <a:tcBdr/>
        <a:fill>
          <a:solidFill>
            <a:srgbClr val="156082"/>
          </a:solidFill>
        </a:fill>
      </a:tcStyle>
    </a:lastCol>
    <a:firstCol>
      <a:tcTxStyle b="on">
        <a:font>
          <a:latin typeface="+mn-lt"/>
          <a:ea typeface="+mn-ea"/>
          <a:cs typeface="+mn-cs"/>
        </a:font>
        <a:srgbClr val="FFFFFF"/>
      </a:tcTxStyle>
      <a:tcStyle>
        <a:tcBdr/>
        <a:fill>
          <a:solidFill>
            <a:srgbClr val="156082"/>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156082"/>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156082"/>
          </a:solidFill>
        </a:fill>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9D7B26C5-4107-4FEC-AEDC-1716B250A1EF}" styleName="">
    <a:wholeTbl>
      <a:tcTxStyle>
        <a:font>
          <a:latin typeface="+mn-lt"/>
          <a:ea typeface="+mn-ea"/>
          <a:cs typeface="+mn-cs"/>
        </a:font>
        <a:srgbClr val="000000"/>
      </a:tcTxStyle>
      <a:tcStyle>
        <a:tcBdr>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band1H>
      <a:tcStyle>
        <a:tcBdr/>
        <a:fill>
          <a:solidFill>
            <a:srgbClr val="000000"/>
          </a:solidFill>
        </a:fill>
      </a:tcStyle>
    </a:band1H>
    <a:band2H>
      <a:tcStyle>
        <a:tcBdr/>
      </a:tcStyle>
    </a:band2H>
    <a:band1V>
      <a:tcStyle>
        <a:tcBdr/>
        <a:fill>
          <a:solidFill>
            <a:srgbClr val="000000"/>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000000"/>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000000"/>
              </a:solidFill>
              <a:prstDash val="solid"/>
              <a:round/>
              <a:headEnd type="none" w="med" len="med"/>
              <a:tailEnd type="none" w="med" len="med"/>
            </a:ln>
          </a:bottom>
        </a:tcBdr>
      </a:tcStyle>
    </a:firstRow>
  </a:tblStyle>
  <a:tblStyle styleId="{3B4B98B0-60AC-42C2-AFA5-B58CD77FA1E5}" styleName="">
    <a:wholeTbl>
      <a:tcTxStyle>
        <a:font>
          <a:latin typeface="+mn-lt"/>
          <a:ea typeface="+mn-ea"/>
          <a:cs typeface="+mn-cs"/>
        </a:font>
        <a:srgbClr val="000000"/>
      </a:tcTxStyle>
      <a:tcStyle>
        <a:tcBdr>
          <a:top>
            <a:ln w="12701" cap="flat" cmpd="sng" algn="ctr">
              <a:solidFill>
                <a:srgbClr val="156082"/>
              </a:solidFill>
              <a:prstDash val="solid"/>
              <a:round/>
              <a:headEnd type="none" w="med" len="med"/>
              <a:tailEnd type="none" w="med" len="med"/>
            </a:ln>
          </a:top>
          <a:bottom>
            <a:ln w="12701" cap="flat" cmpd="sng" algn="ctr">
              <a:solidFill>
                <a:srgbClr val="156082"/>
              </a:solidFill>
              <a:prstDash val="solid"/>
              <a:round/>
              <a:headEnd type="none" w="med" len="med"/>
              <a:tailEnd type="none" w="med" len="med"/>
            </a:ln>
          </a:bottom>
        </a:tcBdr>
      </a:tcStyle>
    </a:wholeTbl>
    <a:band1H>
      <a:tcStyle>
        <a:tcBdr/>
        <a:fill>
          <a:solidFill>
            <a:srgbClr val="156082"/>
          </a:solidFill>
        </a:fill>
      </a:tcStyle>
    </a:band1H>
    <a:band2H>
      <a:tcStyle>
        <a:tcBdr/>
      </a:tcStyle>
    </a:band2H>
    <a:band1V>
      <a:tcStyle>
        <a:tcBdr/>
        <a:fill>
          <a:solidFill>
            <a:srgbClr val="156082"/>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156082"/>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156082"/>
              </a:solidFill>
              <a:prstDash val="solid"/>
              <a:round/>
              <a:headEnd type="none" w="med" len="med"/>
              <a:tailEnd type="none" w="med" len="med"/>
            </a:ln>
          </a:bottom>
        </a:tcBdr>
      </a:tcStyle>
    </a:firstRow>
  </a:tblStyle>
  <a:tblStyle styleId="{E269D01E-BC32-4049-B463-5C60D7B0CCD2}" styleName="">
    <a:wholeTbl>
      <a:tcTxStyle>
        <a:font>
          <a:latin typeface="+mn-lt"/>
          <a:ea typeface="+mn-ea"/>
          <a:cs typeface="+mn-cs"/>
        </a:font>
        <a:srgbClr val="FFFFFF"/>
      </a:tcTxStyle>
      <a:tcStyle>
        <a:tcBdr>
          <a:left>
            <a:ln w="3172" cap="flat" cmpd="sng" algn="ctr">
              <a:solidFill>
                <a:srgbClr val="BCD6EB"/>
              </a:solidFill>
              <a:prstDash val="solid"/>
              <a:round/>
              <a:headEnd type="none" w="med" len="med"/>
              <a:tailEnd type="none" w="med" len="med"/>
            </a:ln>
          </a:left>
          <a:right>
            <a:ln w="3172" cap="flat" cmpd="sng" algn="ctr">
              <a:solidFill>
                <a:srgbClr val="BCD6EB"/>
              </a:solidFill>
              <a:prstDash val="solid"/>
              <a:round/>
              <a:headEnd type="none" w="med" len="med"/>
              <a:tailEnd type="none" w="med" len="med"/>
            </a:ln>
          </a:right>
          <a:top>
            <a:ln w="3172" cap="flat" cmpd="sng" algn="ctr">
              <a:solidFill>
                <a:srgbClr val="BCD6EB"/>
              </a:solidFill>
              <a:prstDash val="solid"/>
              <a:round/>
              <a:headEnd type="none" w="med" len="med"/>
              <a:tailEnd type="none" w="med" len="med"/>
            </a:ln>
          </a:top>
          <a:bottom>
            <a:ln w="3172" cap="flat" cmpd="sng" algn="ctr">
              <a:solidFill>
                <a:srgbClr val="BCD6EB"/>
              </a:solidFill>
              <a:prstDash val="solid"/>
              <a:round/>
              <a:headEnd type="none" w="med" len="med"/>
              <a:tailEnd type="none" w="med" len="med"/>
            </a:ln>
          </a:bottom>
        </a:tcBdr>
        <a:fill>
          <a:solidFill>
            <a:srgbClr val="0F9ED5"/>
          </a:solidFill>
        </a:fill>
      </a:tcStyle>
    </a:wholeTbl>
    <a:band1H>
      <a:tcStyle>
        <a:tcBdr/>
        <a:fill>
          <a:solidFill>
            <a:srgbClr val="FFFFFF"/>
          </a:solidFill>
        </a:fill>
      </a:tcStyle>
    </a:band1H>
    <a:band1V>
      <a:tcStyle>
        <a:tcBdr/>
        <a:fill>
          <a:solidFill>
            <a:srgbClr val="FFFFFF"/>
          </a:solidFill>
        </a:fill>
      </a:tcStyle>
    </a:band1V>
    <a:lastCol>
      <a:tcTxStyle b="on">
        <a:font>
          <a:latin typeface=""/>
          <a:ea typeface=""/>
          <a:cs typeface=""/>
        </a:font>
      </a:tcTxStyle>
      <a:tcStyle>
        <a:tcBdr>
          <a:left>
            <a:ln w="3172" cap="flat" cmpd="sng" algn="ctr">
              <a:solidFill>
                <a:srgbClr val="FFFFFF"/>
              </a:solidFill>
              <a:prstDash val="solid"/>
              <a:round/>
              <a:headEnd type="none" w="med" len="med"/>
              <a:tailEnd type="none" w="med" len="med"/>
            </a:ln>
          </a:left>
        </a:tcBdr>
        <a:fill>
          <a:solidFill>
            <a:srgbClr val="0F9ED5"/>
          </a:solidFill>
        </a:fill>
      </a:tcStyle>
    </a:lastCol>
    <a:firstCol>
      <a:tcTxStyle b="on">
        <a:font>
          <a:latin typeface=""/>
          <a:ea typeface=""/>
          <a:cs typeface=""/>
        </a:font>
      </a:tcTxStyle>
      <a:tcStyle>
        <a:tcBdr>
          <a:right>
            <a:ln w="3172" cap="flat" cmpd="sng" algn="ctr">
              <a:solidFill>
                <a:srgbClr val="FFFFFF"/>
              </a:solidFill>
              <a:prstDash val="solid"/>
              <a:round/>
              <a:headEnd type="none" w="med" len="med"/>
              <a:tailEnd type="none" w="med" len="med"/>
            </a:ln>
          </a:right>
        </a:tcBdr>
        <a:fill>
          <a:solidFill>
            <a:srgbClr val="0F9ED5"/>
          </a:solidFill>
        </a:fill>
      </a:tcStyle>
    </a:firstCol>
    <a:lastRow>
      <a:tcTxStyle b="on">
        <a:font>
          <a:latin typeface=""/>
          <a:ea typeface=""/>
          <a:cs typeface=""/>
        </a:font>
      </a:tcTxStyle>
      <a:tcStyle>
        <a:tcBdr>
          <a:top>
            <a:ln w="3172" cap="flat" cmpd="sng" algn="ctr">
              <a:solidFill>
                <a:srgbClr val="FFFFFF"/>
              </a:solidFill>
              <a:prstDash val="solid"/>
              <a:round/>
              <a:headEnd type="none" w="med" len="med"/>
              <a:tailEnd type="none" w="med" len="med"/>
            </a:ln>
          </a:top>
        </a:tcBdr>
        <a:fill>
          <a:solidFill>
            <a:srgbClr val="0F9ED5"/>
          </a:solidFill>
        </a:fill>
      </a:tcStyle>
    </a:lastRow>
    <a:firstRow>
      <a:tcTxStyle b="on">
        <a:font>
          <a:latin typeface=""/>
          <a:ea typeface=""/>
          <a:cs typeface=""/>
        </a:font>
      </a:tcTxStyle>
      <a:tcStyle>
        <a:tcBdr>
          <a:bottom>
            <a:ln w="3172" cap="flat" cmpd="sng" algn="ctr">
              <a:solidFill>
                <a:srgbClr val="FFFFFF"/>
              </a:solidFill>
              <a:prstDash val="solid"/>
              <a:round/>
              <a:headEnd type="none" w="med" len="med"/>
              <a:tailEnd type="none" w="med" len="med"/>
            </a:ln>
          </a:bottom>
        </a:tcBdr>
        <a:fill>
          <a:solidFill>
            <a:srgbClr val="0F9E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Posição do Cabeçalho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sp>
        <p:nvSpPr>
          <p:cNvPr id="3" name="Marcador de Posição da Data 2"/>
          <p:cNvSpPr txBox="1">
            <a:spLocks noGrp="1"/>
          </p:cNvSpPr>
          <p:nvPr>
            <p:ph type="dt" sz="quarter"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EE081FD-2260-4067-A1D7-E4C7BC623084}" type="datetime1">
              <a:rPr lang="en-US" sz="1200" b="0" i="0" u="none" strike="noStrike" kern="1200" cap="none" spc="0" baseline="0">
                <a:solidFill>
                  <a:srgbClr val="000000"/>
                </a:solidFill>
                <a:uFillTx/>
                <a:latin typeface="Aptos"/>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2025-11-29</a:t>
            </a:fld>
            <a:endParaRPr lang="en-US" sz="1200" b="0" i="0" u="none" strike="noStrike" kern="1200" cap="none" spc="0" baseline="0">
              <a:solidFill>
                <a:srgbClr val="000000"/>
              </a:solidFill>
              <a:uFillTx/>
              <a:latin typeface="Aptos"/>
            </a:endParaRPr>
          </a:p>
        </p:txBody>
      </p:sp>
      <p:sp>
        <p:nvSpPr>
          <p:cNvPr id="4" name="Marcador de Posição do Rodapé 3"/>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sp>
        <p:nvSpPr>
          <p:cNvPr id="5" name="Marcador de Posição do Número do Diapositivo 4"/>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99D5194-1EDE-42A7-B1A2-3C9A537C7538}" type="slidenum">
              <a:t>‹#›</a:t>
            </a:fld>
            <a:endParaRPr lang="en-US" sz="1200" b="0" i="0" u="none" strike="noStrike" kern="1200" cap="none" spc="0" baseline="0">
              <a:solidFill>
                <a:srgbClr val="000000"/>
              </a:solidFill>
              <a:uFillTx/>
              <a:latin typeface="Aptos"/>
            </a:endParaRPr>
          </a:p>
        </p:txBody>
      </p:sp>
    </p:spTree>
    <p:extLst>
      <p:ext uri="{BB962C8B-B14F-4D97-AF65-F5344CB8AC3E}">
        <p14:creationId xmlns:p14="http://schemas.microsoft.com/office/powerpoint/2010/main" val="2680434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Posição do Cabeçalho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3" name="Marcador de Posição da Data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BFC71018-0854-4A11-894A-69D7571E1D87}" type="datetime1">
              <a:rPr lang="en-US"/>
              <a:pPr lvl="0"/>
              <a:t>2025-11-29</a:t>
            </a:fld>
            <a:endParaRPr lang="en-US"/>
          </a:p>
        </p:txBody>
      </p:sp>
      <p:sp>
        <p:nvSpPr>
          <p:cNvPr id="4" name="Marcador de Posição da Imagem do Diapositivo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Marcador de Posição de Notas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7" name="Marcador de Posição do Número do Diapositivo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A9922A18-AFBE-4251-A504-398721CA92FD}" type="slidenum">
              <a:t>‹#›</a:t>
            </a:fld>
            <a:endParaRPr lang="en-US"/>
          </a:p>
        </p:txBody>
      </p:sp>
    </p:spTree>
    <p:extLst>
      <p:ext uri="{BB962C8B-B14F-4D97-AF65-F5344CB8AC3E}">
        <p14:creationId xmlns:p14="http://schemas.microsoft.com/office/powerpoint/2010/main" val="4266297372"/>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pt-PT"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pt-PT"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pt-PT"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pt-PT"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pt-PT"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Os conteúdos gerados por IA poderão estar incorretos. ---</a:t>
            </a:r>
          </a:p>
        </p:txBody>
      </p:sp>
      <p:sp>
        <p:nvSpPr>
          <p:cNvPr id="4" name="Slide Number Placeholder 3"/>
          <p:cNvSpPr txBox="1">
            <a:spLocks noGrp="1"/>
          </p:cNvSpPr>
          <p:nvPr>
            <p:ph type="sldNum" sz="quarter" idx="8"/>
          </p:nvPr>
        </p:nvSpPr>
        <p:spPr/>
        <p:txBody>
          <a:bodyPr/>
          <a:lstStyle/>
          <a:p>
            <a:pPr lvl="0"/>
            <a:fld id="{46CBEC33-F695-4AEE-8810-87FA2E3EC248}" type="slidenum">
              <a:t>2</a:t>
            </a:fld>
            <a:endParaRPr lang="en-US"/>
          </a:p>
        </p:txBody>
      </p:sp>
    </p:spTree>
    <p:extLst>
      <p:ext uri="{BB962C8B-B14F-4D97-AF65-F5344CB8AC3E}">
        <p14:creationId xmlns:p14="http://schemas.microsoft.com/office/powerpoint/2010/main" val="1014816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Contextualização</a:t>
            </a:r>
          </a:p>
        </p:txBody>
      </p:sp>
      <p:sp>
        <p:nvSpPr>
          <p:cNvPr id="4" name="Slide Number Placeholder 3"/>
          <p:cNvSpPr txBox="1">
            <a:spLocks noGrp="1"/>
          </p:cNvSpPr>
          <p:nvPr>
            <p:ph type="sldNum" sz="quarter" idx="8"/>
          </p:nvPr>
        </p:nvSpPr>
        <p:spPr/>
        <p:txBody>
          <a:bodyPr/>
          <a:lstStyle/>
          <a:p>
            <a:pPr lvl="0"/>
            <a:fld id="{EECDCB21-C67F-42FF-B863-01CC6893FD85}" type="slidenum">
              <a:t>3</a:t>
            </a:fld>
            <a:endParaRPr lang="en-US"/>
          </a:p>
        </p:txBody>
      </p:sp>
    </p:spTree>
    <p:extLst>
      <p:ext uri="{BB962C8B-B14F-4D97-AF65-F5344CB8AC3E}">
        <p14:creationId xmlns:p14="http://schemas.microsoft.com/office/powerpoint/2010/main" val="3419665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Ambientes pós-eventos sociais, como períodos pós-eleitorais, são caracterizados por riscos e incertezas significativas. Em Moçambique, esses períodos têm sido historicamente marcados por tensões sociopolíticas, contestações de resultados, manifestações populares e, em alguns casos, episódios de violência localizada. Tais fenômenos representam desafios para a manutenção da ordem pública, proteção da integridade física dos cidadãos e garantia da estabilidade institucional. Atualmente, as decisões são tomadas de forma predominantemente reativa, o que limita a capacidade de resposta preventiva. Com o avanço das tecnologias de inteligência artificial, especialmente o Machine Learning, surge a oportunidade de transformar dados históricos e variáveis contextuais em alertas antecipados. Essa abordagem permite identificar padrões ocultos em grandes volumes de dados, oferecendo análises mais precisas e rápidas do que métodos tradicionais. Aplicado ao monitoramento de segurança, o Machine Learning pode apoiar a identificação precoce de fatores de risco, otimizar o planejamento de ações preventivas e melhorar a tomada de decisão em ambientes de incerteza. Essa mudança de paradigma, de reativo para preventivo, é essencial para reduzir danos humanos e materiais e fortalecer a governança democrática.</a:t>
            </a:r>
          </a:p>
        </p:txBody>
      </p:sp>
      <p:sp>
        <p:nvSpPr>
          <p:cNvPr id="4" name="Slide Number Placeholder 3"/>
          <p:cNvSpPr txBox="1">
            <a:spLocks noGrp="1"/>
          </p:cNvSpPr>
          <p:nvPr>
            <p:ph type="sldNum" sz="quarter" idx="8"/>
          </p:nvPr>
        </p:nvSpPr>
        <p:spPr/>
        <p:txBody>
          <a:bodyPr/>
          <a:lstStyle/>
          <a:p>
            <a:pPr lvl="0"/>
            <a:fld id="{B2803A9E-5BFA-436F-B564-B9F25CC42FB7}" type="slidenum">
              <a:t>4</a:t>
            </a:fld>
            <a:endParaRPr lang="en-US"/>
          </a:p>
        </p:txBody>
      </p:sp>
    </p:spTree>
    <p:extLst>
      <p:ext uri="{BB962C8B-B14F-4D97-AF65-F5344CB8AC3E}">
        <p14:creationId xmlns:p14="http://schemas.microsoft.com/office/powerpoint/2010/main" val="1233207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Problema Central</a:t>
            </a:r>
          </a:p>
        </p:txBody>
      </p:sp>
      <p:sp>
        <p:nvSpPr>
          <p:cNvPr id="4" name="Slide Number Placeholder 3"/>
          <p:cNvSpPr txBox="1">
            <a:spLocks noGrp="1"/>
          </p:cNvSpPr>
          <p:nvPr>
            <p:ph type="sldNum" sz="quarter" idx="8"/>
          </p:nvPr>
        </p:nvSpPr>
        <p:spPr/>
        <p:txBody>
          <a:bodyPr/>
          <a:lstStyle/>
          <a:p>
            <a:pPr lvl="0"/>
            <a:fld id="{99674166-7624-4A83-B1A2-4CED57592E63}" type="slidenum">
              <a:t>5</a:t>
            </a:fld>
            <a:endParaRPr lang="en-US"/>
          </a:p>
        </p:txBody>
      </p:sp>
    </p:spTree>
    <p:extLst>
      <p:ext uri="{BB962C8B-B14F-4D97-AF65-F5344CB8AC3E}">
        <p14:creationId xmlns:p14="http://schemas.microsoft.com/office/powerpoint/2010/main" val="782376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O principal desafio identificado é a ausência de ferramentas tecnológicas capazes de prever incidentes com antecedência. Atualmente, os recursos são alocados apenas após a ocorrência de crises, o que compromete a eficácia das respostas. Além disso, os datasets disponíveis são limitados e pouco explorados, dificultando a construção de modelos robustos. Outro problema é a falta de integração com variáveis externas, como indicadores econômicos, dados climáticos, menções em redes sociais e padrões de mobilidade populacional, que poderiam enriquecer as previsões. A pergunta central que orienta este estudo é: "Como prever a probabilidade de incidentes em uma data específica?". Responder a essa questão é fundamental para substituir decisões reativas por estratégias proativas, baseadas em evidências, garantindo maior segurança e estabilidade social.</a:t>
            </a:r>
          </a:p>
        </p:txBody>
      </p:sp>
      <p:sp>
        <p:nvSpPr>
          <p:cNvPr id="4" name="Slide Number Placeholder 3"/>
          <p:cNvSpPr txBox="1">
            <a:spLocks noGrp="1"/>
          </p:cNvSpPr>
          <p:nvPr>
            <p:ph type="sldNum" sz="quarter" idx="8"/>
          </p:nvPr>
        </p:nvSpPr>
        <p:spPr/>
        <p:txBody>
          <a:bodyPr/>
          <a:lstStyle/>
          <a:p>
            <a:pPr lvl="0"/>
            <a:fld id="{45E89129-E906-43D6-A1B0-A3BE927B3B71}" type="slidenum">
              <a:t>6</a:t>
            </a:fld>
            <a:endParaRPr lang="en-US"/>
          </a:p>
        </p:txBody>
      </p:sp>
    </p:spTree>
    <p:extLst>
      <p:ext uri="{BB962C8B-B14F-4D97-AF65-F5344CB8AC3E}">
        <p14:creationId xmlns:p14="http://schemas.microsoft.com/office/powerpoint/2010/main" val="1239612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Modelo de Machine Learning</a:t>
            </a:r>
          </a:p>
        </p:txBody>
      </p:sp>
      <p:sp>
        <p:nvSpPr>
          <p:cNvPr id="4" name="Slide Number Placeholder 3"/>
          <p:cNvSpPr txBox="1">
            <a:spLocks noGrp="1"/>
          </p:cNvSpPr>
          <p:nvPr>
            <p:ph type="sldNum" sz="quarter" idx="8"/>
          </p:nvPr>
        </p:nvSpPr>
        <p:spPr/>
        <p:txBody>
          <a:bodyPr/>
          <a:lstStyle/>
          <a:p>
            <a:pPr lvl="0"/>
            <a:fld id="{DB059190-28D9-47CC-A3F1-93DFCA084CA7}" type="slidenum">
              <a:t>7</a:t>
            </a:fld>
            <a:endParaRPr lang="en-US"/>
          </a:p>
        </p:txBody>
      </p:sp>
    </p:spTree>
    <p:extLst>
      <p:ext uri="{BB962C8B-B14F-4D97-AF65-F5344CB8AC3E}">
        <p14:creationId xmlns:p14="http://schemas.microsoft.com/office/powerpoint/2010/main" val="1233283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A solução proposta consiste na implementação de um modelo preditivo baseado em técnicas de Machine Learning, utilizando o algoritmo Random Forest como baseline. Este modelo será capaz de realizar previsões sob demanda para datas fornecidas pelo utilizador, permitindo simulações de cenários futuros. A arquitetura da solução prevê a integração opcional com variáveis externas, como indicadores econômicos (inflação, desemprego), dados climáticos (chuvas, seca), informações provenientes de redes sociais (menções, bloqueios), padrões de mobilidade populacional e calendário de eventos. Essa integração multidimensional aumenta a precisão das previsões e fornece uma visão abrangente dos fatores que influenciam a ocorrência de incidentes. A ferramenta proposta não apenas prevê incidentes, mas também atua como um sistema de apoio à decisão, oferecendo insights estratégicos para órgãos governamentais, instituições de segurança e organizações civis.</a:t>
            </a:r>
          </a:p>
        </p:txBody>
      </p:sp>
      <p:sp>
        <p:nvSpPr>
          <p:cNvPr id="4" name="Slide Number Placeholder 3"/>
          <p:cNvSpPr txBox="1">
            <a:spLocks noGrp="1"/>
          </p:cNvSpPr>
          <p:nvPr>
            <p:ph type="sldNum" sz="quarter" idx="8"/>
          </p:nvPr>
        </p:nvSpPr>
        <p:spPr/>
        <p:txBody>
          <a:bodyPr/>
          <a:lstStyle/>
          <a:p>
            <a:pPr lvl="0"/>
            <a:fld id="{B9C869AB-D7E7-4ED4-9CF1-5D789C8640AB}" type="slidenum">
              <a:t>8</a:t>
            </a:fld>
            <a:endParaRPr lang="en-US"/>
          </a:p>
        </p:txBody>
      </p:sp>
    </p:spTree>
    <p:extLst>
      <p:ext uri="{BB962C8B-B14F-4D97-AF65-F5344CB8AC3E}">
        <p14:creationId xmlns:p14="http://schemas.microsoft.com/office/powerpoint/2010/main" val="3039384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Etapas do Processo</a:t>
            </a:r>
          </a:p>
        </p:txBody>
      </p:sp>
      <p:sp>
        <p:nvSpPr>
          <p:cNvPr id="4" name="Slide Number Placeholder 3"/>
          <p:cNvSpPr txBox="1">
            <a:spLocks noGrp="1"/>
          </p:cNvSpPr>
          <p:nvPr>
            <p:ph type="sldNum" sz="quarter" idx="8"/>
          </p:nvPr>
        </p:nvSpPr>
        <p:spPr/>
        <p:txBody>
          <a:bodyPr/>
          <a:lstStyle/>
          <a:p>
            <a:pPr lvl="0"/>
            <a:fld id="{8F3A4209-038A-4E88-BDF3-B0471430BF91}" type="slidenum">
              <a:t>9</a:t>
            </a:fld>
            <a:endParaRPr lang="en-US"/>
          </a:p>
        </p:txBody>
      </p:sp>
    </p:spTree>
    <p:extLst>
      <p:ext uri="{BB962C8B-B14F-4D97-AF65-F5344CB8AC3E}">
        <p14:creationId xmlns:p14="http://schemas.microsoft.com/office/powerpoint/2010/main" val="3076216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A metodologia adotada é quantitativa, aplicada e explicativa, baseada na análise de dados reais provenientes de registros de incidentes. As etapas incluem: (1) coleta e limpeza dos dados internos, removendo valores nulos e padronizando formatos; (2) criação da variável alvo, transformando o campo registered_cases em uma variável binária (0 para sem incidentes e 1 para incidentes registrados); (3) normalização e codificação de variáveis categóricas utilizando técnicas como OneHot Encoding; (4) divisão dos dados em conjuntos de treino (80%) e teste (20%); (5) treinamento e validação do modelo Random Forest, escolhido por sua robustez contra overfitting e capacidade de lidar com dados heterogêneos; e (6) avaliação do desempenho utilizando métricas como precisão, recall, F1-score e matriz de confusão. Essa abordagem garante a construção de um modelo confiável e capaz de responder à pergunta: "Haverá incidentes amanhã?" com base nos dados mais recentes.</a:t>
            </a:r>
          </a:p>
        </p:txBody>
      </p:sp>
      <p:sp>
        <p:nvSpPr>
          <p:cNvPr id="4" name="Slide Number Placeholder 3"/>
          <p:cNvSpPr txBox="1">
            <a:spLocks noGrp="1"/>
          </p:cNvSpPr>
          <p:nvPr>
            <p:ph type="sldNum" sz="quarter" idx="8"/>
          </p:nvPr>
        </p:nvSpPr>
        <p:spPr/>
        <p:txBody>
          <a:bodyPr/>
          <a:lstStyle/>
          <a:p>
            <a:pPr lvl="0"/>
            <a:fld id="{142E60F9-0302-476E-AECE-4E253DF53D66}" type="slidenum">
              <a:t>10</a:t>
            </a:fld>
            <a:endParaRPr lang="en-US"/>
          </a:p>
        </p:txBody>
      </p:sp>
    </p:spTree>
    <p:extLst>
      <p:ext uri="{BB962C8B-B14F-4D97-AF65-F5344CB8AC3E}">
        <p14:creationId xmlns:p14="http://schemas.microsoft.com/office/powerpoint/2010/main" val="177678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Pontos Impactantes</a:t>
            </a:r>
          </a:p>
        </p:txBody>
      </p:sp>
      <p:sp>
        <p:nvSpPr>
          <p:cNvPr id="4" name="Slide Number Placeholder 3"/>
          <p:cNvSpPr txBox="1">
            <a:spLocks noGrp="1"/>
          </p:cNvSpPr>
          <p:nvPr>
            <p:ph type="sldNum" sz="quarter" idx="8"/>
          </p:nvPr>
        </p:nvSpPr>
        <p:spPr/>
        <p:txBody>
          <a:bodyPr/>
          <a:lstStyle/>
          <a:p>
            <a:pPr lvl="0"/>
            <a:fld id="{48E3CA2E-BB04-4C9F-8B9B-79001F1F9809}" type="slidenum">
              <a:t>11</a:t>
            </a:fld>
            <a:endParaRPr lang="en-US"/>
          </a:p>
        </p:txBody>
      </p:sp>
    </p:spTree>
    <p:extLst>
      <p:ext uri="{BB962C8B-B14F-4D97-AF65-F5344CB8AC3E}">
        <p14:creationId xmlns:p14="http://schemas.microsoft.com/office/powerpoint/2010/main" val="3826522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Espera-se que o modelo desenvolvido apresente uma precisão superior a 80% na previsão de incidentes, identificando padrões temporais e geográficos associados a situações de risco. A solução permitirá previsões para qualquer data fornecida pelo utilizador, oferecendo flexibilidade e aplicabilidade em diferentes cenários. Além disso, o cruzamento multidimensional de dados proporcionará insights mais ricos, apoiando a tomada de decisão estratégica. Essa abordagem substitui a reatividade por antecipação, fortalecendo a capacidade de planejamento das instituições e contribuindo para a redução de danos humanos e materiais. O impacto esperado inclui maior transparência nas decisões, otimização da alocação de recursos e promoção da paz social, consolidando um ambiente mais seguro e estável.</a:t>
            </a:r>
          </a:p>
        </p:txBody>
      </p:sp>
      <p:sp>
        <p:nvSpPr>
          <p:cNvPr id="4" name="Slide Number Placeholder 3"/>
          <p:cNvSpPr txBox="1">
            <a:spLocks noGrp="1"/>
          </p:cNvSpPr>
          <p:nvPr>
            <p:ph type="sldNum" sz="quarter" idx="8"/>
          </p:nvPr>
        </p:nvSpPr>
        <p:spPr/>
        <p:txBody>
          <a:bodyPr/>
          <a:lstStyle/>
          <a:p>
            <a:pPr lvl="0"/>
            <a:fld id="{8F89BCB0-1CC9-4163-A7BA-24B9BD9E7B28}" type="slidenum">
              <a:t>12</a:t>
            </a:fld>
            <a:endParaRPr lang="en-US"/>
          </a:p>
        </p:txBody>
      </p:sp>
    </p:spTree>
    <p:extLst>
      <p:ext uri="{BB962C8B-B14F-4D97-AF65-F5344CB8AC3E}">
        <p14:creationId xmlns:p14="http://schemas.microsoft.com/office/powerpoint/2010/main" val="1270994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Gráficos Simulados, Questões para Interação</a:t>
            </a:r>
          </a:p>
        </p:txBody>
      </p:sp>
      <p:sp>
        <p:nvSpPr>
          <p:cNvPr id="4" name="Slide Number Placeholder 3"/>
          <p:cNvSpPr txBox="1">
            <a:spLocks noGrp="1"/>
          </p:cNvSpPr>
          <p:nvPr>
            <p:ph type="sldNum" sz="quarter" idx="8"/>
          </p:nvPr>
        </p:nvSpPr>
        <p:spPr/>
        <p:txBody>
          <a:bodyPr/>
          <a:lstStyle/>
          <a:p>
            <a:pPr lvl="0"/>
            <a:fld id="{3747F08F-163B-4188-AFFC-8B4194C6BF52}" type="slidenum">
              <a:t>13</a:t>
            </a:fld>
            <a:endParaRPr lang="en-US"/>
          </a:p>
        </p:txBody>
      </p:sp>
    </p:spTree>
    <p:extLst>
      <p:ext uri="{BB962C8B-B14F-4D97-AF65-F5344CB8AC3E}">
        <p14:creationId xmlns:p14="http://schemas.microsoft.com/office/powerpoint/2010/main" val="446718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Para ilustrar a aplicabilidade do modelo, serão apresentados gráficos simulados que demonstram a evolução temporal dos incidentes em comparação com menções sociais, a distribuição geográfica dos incidentes por província, correlações entre variáveis externas e cenários simulados com diferentes níveis de risco. Esses gráficos fornecem uma visão clara e intuitiva dos padrões identificados pelo modelo, facilitando a compreensão dos resultados e apoiando discussões estratégicas. A visualização dos dados é um componente essencial para transformar análises complexas em informações acessíveis e acionáveis.</a:t>
            </a:r>
          </a:p>
        </p:txBody>
      </p:sp>
      <p:sp>
        <p:nvSpPr>
          <p:cNvPr id="4" name="Slide Number Placeholder 3"/>
          <p:cNvSpPr txBox="1">
            <a:spLocks noGrp="1"/>
          </p:cNvSpPr>
          <p:nvPr>
            <p:ph type="sldNum" sz="quarter" idx="8"/>
          </p:nvPr>
        </p:nvSpPr>
        <p:spPr/>
        <p:txBody>
          <a:bodyPr/>
          <a:lstStyle/>
          <a:p>
            <a:pPr lvl="0"/>
            <a:fld id="{E83F25A7-E786-452E-82EE-2648C6575D76}" type="slidenum">
              <a:t>14</a:t>
            </a:fld>
            <a:endParaRPr lang="en-US"/>
          </a:p>
        </p:txBody>
      </p:sp>
    </p:spTree>
    <p:extLst>
      <p:ext uri="{BB962C8B-B14F-4D97-AF65-F5344CB8AC3E}">
        <p14:creationId xmlns:p14="http://schemas.microsoft.com/office/powerpoint/2010/main" val="3067439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Para promover o engajamento e a reflexão, serão propostas questões interativas, como: "Se pudéssemos prever incidentes com antecedência, como isso mudaria o planejamento?", "Quais variáveis externas vocês acreditam que mais influenciam o risco?" e "Como esta solução poderia ser aplicada em outros contextos além do eleitoral?". Essas perguntas incentivam a participação ativa do público e estimulam a exploração de novas possibilidades para a aplicação da tecnologia.</a:t>
            </a:r>
          </a:p>
        </p:txBody>
      </p:sp>
      <p:sp>
        <p:nvSpPr>
          <p:cNvPr id="4" name="Slide Number Placeholder 3"/>
          <p:cNvSpPr txBox="1">
            <a:spLocks noGrp="1"/>
          </p:cNvSpPr>
          <p:nvPr>
            <p:ph type="sldNum" sz="quarter" idx="8"/>
          </p:nvPr>
        </p:nvSpPr>
        <p:spPr/>
        <p:txBody>
          <a:bodyPr/>
          <a:lstStyle/>
          <a:p>
            <a:pPr lvl="0"/>
            <a:fld id="{824C26F5-0F8A-4A7E-BCA0-3481B89B826E}" type="slidenum">
              <a:t>15</a:t>
            </a:fld>
            <a:endParaRPr lang="en-US"/>
          </a:p>
        </p:txBody>
      </p:sp>
    </p:spTree>
    <p:extLst>
      <p:ext uri="{BB962C8B-B14F-4D97-AF65-F5344CB8AC3E}">
        <p14:creationId xmlns:p14="http://schemas.microsoft.com/office/powerpoint/2010/main" val="1719780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Encerramento</a:t>
            </a:r>
          </a:p>
        </p:txBody>
      </p:sp>
      <p:sp>
        <p:nvSpPr>
          <p:cNvPr id="4" name="Slide Number Placeholder 3"/>
          <p:cNvSpPr txBox="1">
            <a:spLocks noGrp="1"/>
          </p:cNvSpPr>
          <p:nvPr>
            <p:ph type="sldNum" sz="quarter" idx="8"/>
          </p:nvPr>
        </p:nvSpPr>
        <p:spPr/>
        <p:txBody>
          <a:bodyPr/>
          <a:lstStyle/>
          <a:p>
            <a:pPr lvl="0"/>
            <a:fld id="{7BC09B20-D55C-4BF4-8DF0-36EB1BF070DB}" type="slidenum">
              <a:t>16</a:t>
            </a:fld>
            <a:endParaRPr lang="en-US"/>
          </a:p>
        </p:txBody>
      </p:sp>
    </p:spTree>
    <p:extLst>
      <p:ext uri="{BB962C8B-B14F-4D97-AF65-F5344CB8AC3E}">
        <p14:creationId xmlns:p14="http://schemas.microsoft.com/office/powerpoint/2010/main" val="1584420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A proposta apresentada demonstra como o uso de Machine Learning pode transformar a gestão de riscos em períodos pós-eleitorais, substituindo decisões reativas por estratégias proativas baseadas em evidências. Dados tornam-se poder de antecipação, permitindo não apenas prever incidentes, mas criar um sistema real de apoio à decisão. A frase final resume a essência do projeto: "A pergunta não é se haverá incidentes amanhã. A pergunta é: estamos preparados para prever e agir hoje?". Essa abordagem contribui para a estabilidade social, fortalece a governança democrática e abre caminho para futuras pesquisas que incorporem variáveis adicionais, como dados econômicos, redes sociais, clima e mobilidade populacional, aumentando ainda mais a precisão das previsões.</a:t>
            </a:r>
          </a:p>
        </p:txBody>
      </p:sp>
      <p:sp>
        <p:nvSpPr>
          <p:cNvPr id="4" name="Slide Number Placeholder 3"/>
          <p:cNvSpPr txBox="1">
            <a:spLocks noGrp="1"/>
          </p:cNvSpPr>
          <p:nvPr>
            <p:ph type="sldNum" sz="quarter" idx="8"/>
          </p:nvPr>
        </p:nvSpPr>
        <p:spPr/>
        <p:txBody>
          <a:bodyPr/>
          <a:lstStyle/>
          <a:p>
            <a:pPr lvl="0"/>
            <a:fld id="{D5EE5091-C225-4FAF-A37B-FB3DA801E6E4}" type="slidenum">
              <a:t>17</a:t>
            </a:fld>
            <a:endParaRPr lang="en-US"/>
          </a:p>
        </p:txBody>
      </p:sp>
    </p:spTree>
    <p:extLst>
      <p:ext uri="{BB962C8B-B14F-4D97-AF65-F5344CB8AC3E}">
        <p14:creationId xmlns:p14="http://schemas.microsoft.com/office/powerpoint/2010/main" val="3854806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Encerramento</a:t>
            </a:r>
          </a:p>
        </p:txBody>
      </p:sp>
      <p:sp>
        <p:nvSpPr>
          <p:cNvPr id="4" name="Slide Number Placeholder 3"/>
          <p:cNvSpPr txBox="1">
            <a:spLocks noGrp="1"/>
          </p:cNvSpPr>
          <p:nvPr>
            <p:ph type="sldNum" sz="quarter" idx="8"/>
          </p:nvPr>
        </p:nvSpPr>
        <p:spPr/>
        <p:txBody>
          <a:bodyPr/>
          <a:lstStyle/>
          <a:p>
            <a:pPr lvl="0"/>
            <a:fld id="{7BC09B20-D55C-4BF4-8DF0-36EB1BF070DB}" type="slidenum">
              <a:t>18</a:t>
            </a:fld>
            <a:endParaRPr lang="en-US"/>
          </a:p>
        </p:txBody>
      </p:sp>
    </p:spTree>
    <p:extLst>
      <p:ext uri="{BB962C8B-B14F-4D97-AF65-F5344CB8AC3E}">
        <p14:creationId xmlns:p14="http://schemas.microsoft.com/office/powerpoint/2010/main" val="123347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txBox="1">
            <a:spLocks noGrp="1"/>
          </p:cNvSpPr>
          <p:nvPr>
            <p:ph type="body" sz="quarter" idx="1"/>
          </p:nvPr>
        </p:nvSpPr>
        <p:spPr/>
        <p:txBody>
          <a:bodyPr/>
          <a:lstStyle/>
          <a:p>
            <a:pPr lvl="0"/>
            <a:r>
              <a:rPr lang="en-US"/>
              <a:t>--- Este diapositivo referencia informações do seguinte ficheiro: https://databasecomz-my.sharepoint.com/personal/tulio_database_co_mz/Documents/Arquivos%20de%20Chat%20do%20Microsoft%20Copilot/Desafio%20DataWave%20-%20SIVEM%20-%20Escola%20Superior%20de%20Ci%C3%AAncias%20N%C3%A2uticas.pdf A proposta apresentada demonstra como o uso de Machine Learning pode transformar a gestão de riscos em períodos pós-eleitorais, substituindo decisões reativas por estratégias proativas baseadas em evidências. Dados tornam-se poder de antecipação, permitindo não apenas prever incidentes, mas criar um sistema real de apoio à decisão. A frase final resume a essência do projeto: "A pergunta não é se haverá incidentes amanhã. A pergunta é: estamos preparados para prever e agir hoje?". Essa abordagem contribui para a estabilidade social, fortalece a governança democrática e abre caminho para futuras pesquisas que incorporem variáveis adicionais, como dados econômicos, redes sociais, clima e mobilidade populacional, aumentando ainda mais a precisão das previsões.</a:t>
            </a:r>
          </a:p>
        </p:txBody>
      </p:sp>
      <p:sp>
        <p:nvSpPr>
          <p:cNvPr id="4" name="Slide Number Placeholder 3"/>
          <p:cNvSpPr txBox="1">
            <a:spLocks noGrp="1"/>
          </p:cNvSpPr>
          <p:nvPr>
            <p:ph type="sldNum" sz="quarter" idx="8"/>
          </p:nvPr>
        </p:nvSpPr>
        <p:spPr/>
        <p:txBody>
          <a:bodyPr/>
          <a:lstStyle/>
          <a:p>
            <a:pPr lvl="0"/>
            <a:fld id="{D5EE5091-C225-4FAF-A37B-FB3DA801E6E4}" type="slidenum">
              <a:t>19</a:t>
            </a:fld>
            <a:endParaRPr lang="en-US"/>
          </a:p>
        </p:txBody>
      </p:sp>
    </p:spTree>
    <p:extLst>
      <p:ext uri="{BB962C8B-B14F-4D97-AF65-F5344CB8AC3E}">
        <p14:creationId xmlns:p14="http://schemas.microsoft.com/office/powerpoint/2010/main" val="30869897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ítulo com Imagem">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4939259"/>
            <a:ext cx="5898629" cy="480370"/>
          </a:xfrm>
        </p:spPr>
        <p:txBody>
          <a:bodyPr/>
          <a:lstStyle>
            <a:lvl1pPr>
              <a:defRPr/>
            </a:lvl1pPr>
          </a:lstStyle>
          <a:p>
            <a:pPr lvl="0"/>
            <a:r>
              <a:rPr lang="pt-PT"/>
              <a:t>Clique para editar o estilo do subtítulo do Modelo Global</a:t>
            </a:r>
          </a:p>
        </p:txBody>
      </p:sp>
      <p:sp>
        <p:nvSpPr>
          <p:cNvPr id="3" name="Marcador de Posição da Imagem 10"/>
          <p:cNvSpPr txBox="1">
            <a:spLocks noGrp="1"/>
          </p:cNvSpPr>
          <p:nvPr>
            <p:ph type="pic" idx="4294967295"/>
          </p:nvPr>
        </p:nvSpPr>
        <p:spPr>
          <a:xfrm>
            <a:off x="0" y="0"/>
            <a:ext cx="12191996" cy="4784040"/>
          </a:xfrm>
          <a:blipFill>
            <a:blip r:embed="rId2">
              <a:alphaModFix amt="70000"/>
            </a:blip>
            <a:stretch>
              <a:fillRect/>
            </a:stretch>
          </a:blipFill>
        </p:spPr>
        <p:txBody>
          <a:bodyPr/>
          <a:lstStyle>
            <a:lvl1pPr>
              <a:defRPr/>
            </a:lvl1pPr>
          </a:lstStyle>
          <a:p>
            <a:pPr lvl="0"/>
            <a:r>
              <a:rPr lang="pt-PT"/>
              <a:t> </a:t>
            </a:r>
          </a:p>
        </p:txBody>
      </p:sp>
      <p:sp>
        <p:nvSpPr>
          <p:cNvPr id="4" name="Marcador de Posição do Rodapé 4"/>
          <p:cNvSpPr txBox="1">
            <a:spLocks noGrp="1"/>
          </p:cNvSpPr>
          <p:nvPr>
            <p:ph type="ftr" sz="quarter" idx="9"/>
          </p:nvPr>
        </p:nvSpPr>
        <p:spPr>
          <a:xfrm>
            <a:off x="6205923" y="4939716"/>
            <a:ext cx="4420026" cy="479456"/>
          </a:xfrm>
        </p:spPr>
        <p:txBody>
          <a:bodyPr/>
          <a:lstStyle>
            <a:lvl1pPr>
              <a:defRPr sz="1400"/>
            </a:lvl1pPr>
          </a:lstStyle>
          <a:p>
            <a:pPr lvl="0"/>
            <a:r>
              <a:rPr lang="pt-PT"/>
              <a:t>Texto de rodapé de exemplo</a:t>
            </a:r>
          </a:p>
        </p:txBody>
      </p:sp>
      <p:sp>
        <p:nvSpPr>
          <p:cNvPr id="5" name="Marcador de Posição do Número do Diapositivo 7"/>
          <p:cNvSpPr txBox="1">
            <a:spLocks noGrp="1"/>
          </p:cNvSpPr>
          <p:nvPr>
            <p:ph type="sldNum" sz="quarter" idx="8"/>
          </p:nvPr>
        </p:nvSpPr>
        <p:spPr>
          <a:xfrm>
            <a:off x="11762795" y="4939259"/>
            <a:ext cx="429210" cy="365129"/>
          </a:xfrm>
        </p:spPr>
        <p:txBody>
          <a:bodyPr/>
          <a:lstStyle>
            <a:lvl1pPr>
              <a:defRPr/>
            </a:lvl1pPr>
          </a:lstStyle>
          <a:p>
            <a:pPr lvl="0"/>
            <a:fld id="{A06F8696-B7F2-4856-B9FA-DE72D42BA614}" type="slidenum">
              <a:t>‹#›</a:t>
            </a:fld>
            <a:endParaRPr lang="en-US"/>
          </a:p>
        </p:txBody>
      </p:sp>
      <p:pic>
        <p:nvPicPr>
          <p:cNvPr id="6" name="Gráfico 11"/>
          <p:cNvPicPr>
            <a:picLocks noChangeAspect="1"/>
          </p:cNvPicPr>
          <p:nvPr/>
        </p:nvPicPr>
        <p:blipFill>
          <a:blip r:embed="rId3"/>
          <a:stretch>
            <a:fillRect/>
          </a:stretch>
        </p:blipFill>
        <p:spPr>
          <a:xfrm>
            <a:off x="11103037" y="5873419"/>
            <a:ext cx="1005840" cy="1005840"/>
          </a:xfrm>
          <a:prstGeom prst="rect">
            <a:avLst/>
          </a:prstGeom>
          <a:noFill/>
          <a:ln cap="flat">
            <a:noFill/>
          </a:ln>
        </p:spPr>
      </p:pic>
      <p:sp>
        <p:nvSpPr>
          <p:cNvPr id="7" name="Título 3"/>
          <p:cNvSpPr txBox="1">
            <a:spLocks noGrp="1"/>
          </p:cNvSpPr>
          <p:nvPr>
            <p:ph type="title"/>
          </p:nvPr>
        </p:nvSpPr>
        <p:spPr>
          <a:xfrm>
            <a:off x="-19842" y="5718867"/>
            <a:ext cx="5916168" cy="1143000"/>
          </a:xfrm>
        </p:spPr>
        <p:txBody>
          <a:bodyPr anchor="b"/>
          <a:lstStyle>
            <a:lvl1pPr>
              <a:lnSpc>
                <a:spcPct val="60000"/>
              </a:lnSpc>
              <a:defRPr sz="5200"/>
            </a:lvl1pPr>
          </a:lstStyle>
          <a:p>
            <a:pPr lvl="0"/>
            <a:r>
              <a:rPr lang="pt-PT"/>
              <a:t>Clique para editar o estilo do título do Modelo Global</a:t>
            </a:r>
          </a:p>
        </p:txBody>
      </p:sp>
    </p:spTree>
    <p:extLst>
      <p:ext uri="{BB962C8B-B14F-4D97-AF65-F5344CB8AC3E}">
        <p14:creationId xmlns:p14="http://schemas.microsoft.com/office/powerpoint/2010/main" val="38840456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údo">
    <p:spTree>
      <p:nvGrpSpPr>
        <p:cNvPr id="1" name=""/>
        <p:cNvGrpSpPr/>
        <p:nvPr/>
      </p:nvGrpSpPr>
      <p:grpSpPr>
        <a:xfrm>
          <a:off x="0" y="0"/>
          <a:ext cx="0" cy="0"/>
          <a:chOff x="0" y="0"/>
          <a:chExt cx="0" cy="0"/>
        </a:xfrm>
      </p:grpSpPr>
      <p:sp>
        <p:nvSpPr>
          <p:cNvPr id="2" name="Título 1"/>
          <p:cNvSpPr txBox="1">
            <a:spLocks noGrp="1"/>
          </p:cNvSpPr>
          <p:nvPr>
            <p:ph type="title"/>
          </p:nvPr>
        </p:nvSpPr>
        <p:spPr>
          <a:xfrm>
            <a:off x="516251" y="1012176"/>
            <a:ext cx="11113004" cy="849788"/>
          </a:xfrm>
        </p:spPr>
        <p:txBody>
          <a:bodyPr/>
          <a:lstStyle>
            <a:lvl1pPr>
              <a:defRPr/>
            </a:lvl1pPr>
          </a:lstStyle>
          <a:p>
            <a:pPr lvl="0"/>
            <a:r>
              <a:rPr lang="pt-PT"/>
              <a:t>Clique para editar o estilo do título do Modelo Global</a:t>
            </a:r>
          </a:p>
        </p:txBody>
      </p:sp>
      <p:sp>
        <p:nvSpPr>
          <p:cNvPr id="3" name="Marcador de Posição do Rodapé 6"/>
          <p:cNvSpPr txBox="1">
            <a:spLocks noGrp="1"/>
          </p:cNvSpPr>
          <p:nvPr>
            <p:ph type="ftr" sz="quarter" idx="9"/>
          </p:nvPr>
        </p:nvSpPr>
        <p:spPr>
          <a:xfrm>
            <a:off x="542376" y="110368"/>
            <a:ext cx="5276856" cy="365129"/>
          </a:xfrm>
        </p:spPr>
        <p:txBody>
          <a:bodyPr/>
          <a:lstStyle>
            <a:lvl1pPr>
              <a:defRPr/>
            </a:lvl1pPr>
          </a:lstStyle>
          <a:p>
            <a:pPr lvl="0"/>
            <a:r>
              <a:rPr lang="pt-PT"/>
              <a:t>Texto de rodapé de exemplo</a:t>
            </a:r>
          </a:p>
        </p:txBody>
      </p:sp>
      <p:sp>
        <p:nvSpPr>
          <p:cNvPr id="4" name="Marcador de Posição da Data 1"/>
          <p:cNvSpPr txBox="1">
            <a:spLocks noGrp="1"/>
          </p:cNvSpPr>
          <p:nvPr>
            <p:ph type="dt" sz="half" idx="7"/>
          </p:nvPr>
        </p:nvSpPr>
        <p:spPr/>
        <p:txBody>
          <a:bodyPr/>
          <a:lstStyle>
            <a:lvl1pPr>
              <a:defRPr/>
            </a:lvl1pPr>
          </a:lstStyle>
          <a:p>
            <a:pPr lvl="0"/>
            <a:endParaRPr lang="en-US"/>
          </a:p>
        </p:txBody>
      </p:sp>
      <p:sp>
        <p:nvSpPr>
          <p:cNvPr id="5" name="Marcador de Posição do Número do Diapositivo 8"/>
          <p:cNvSpPr txBox="1">
            <a:spLocks noGrp="1"/>
          </p:cNvSpPr>
          <p:nvPr>
            <p:ph type="sldNum" sz="quarter" idx="8"/>
          </p:nvPr>
        </p:nvSpPr>
        <p:spPr>
          <a:xfrm>
            <a:off x="11123959" y="104653"/>
            <a:ext cx="429210" cy="365129"/>
          </a:xfrm>
        </p:spPr>
        <p:txBody>
          <a:bodyPr/>
          <a:lstStyle>
            <a:lvl1pPr>
              <a:defRPr/>
            </a:lvl1pPr>
          </a:lstStyle>
          <a:p>
            <a:pPr lvl="0"/>
            <a:fld id="{949EFC7F-6315-4A77-9F24-3A7DBB515163}" type="slidenum">
              <a:t>‹#›</a:t>
            </a:fld>
            <a:endParaRPr lang="en-US"/>
          </a:p>
        </p:txBody>
      </p:sp>
      <p:sp>
        <p:nvSpPr>
          <p:cNvPr id="6" name="Marcador de Posição de Conteúdo 2"/>
          <p:cNvSpPr txBox="1">
            <a:spLocks noGrp="1"/>
          </p:cNvSpPr>
          <p:nvPr>
            <p:ph idx="4294967295"/>
          </p:nvPr>
        </p:nvSpPr>
        <p:spPr>
          <a:xfrm>
            <a:off x="539496" y="2115537"/>
            <a:ext cx="11013673" cy="4451509"/>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9600795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com Imagem 2">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6194163" y="4751935"/>
            <a:ext cx="4206240" cy="1184586"/>
          </a:xfrm>
        </p:spPr>
        <p:txBody>
          <a:bodyPr/>
          <a:lstStyle>
            <a:lvl1pPr>
              <a:defRPr/>
            </a:lvl1pPr>
          </a:lstStyle>
          <a:p>
            <a:pPr lvl="0"/>
            <a:r>
              <a:rPr lang="pt-PT"/>
              <a:t>Clique para editar o estilo do subtítulo do Modelo Global</a:t>
            </a:r>
          </a:p>
        </p:txBody>
      </p:sp>
      <p:sp>
        <p:nvSpPr>
          <p:cNvPr id="3" name="Marcador de Posição da Imagem 10"/>
          <p:cNvSpPr txBox="1">
            <a:spLocks noGrp="1"/>
          </p:cNvSpPr>
          <p:nvPr>
            <p:ph type="pic" idx="4294967295"/>
          </p:nvPr>
        </p:nvSpPr>
        <p:spPr>
          <a:xfrm>
            <a:off x="0" y="0"/>
            <a:ext cx="6096003"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o Rodapé 4"/>
          <p:cNvSpPr txBox="1">
            <a:spLocks noGrp="1"/>
          </p:cNvSpPr>
          <p:nvPr>
            <p:ph type="ftr" sz="quarter" idx="9"/>
          </p:nvPr>
        </p:nvSpPr>
        <p:spPr>
          <a:xfrm>
            <a:off x="6190488" y="125199"/>
            <a:ext cx="4846320" cy="365129"/>
          </a:xfrm>
        </p:spPr>
        <p:txBody>
          <a:bodyPr/>
          <a:lstStyle>
            <a:lvl1pPr>
              <a:defRPr/>
            </a:lvl1pPr>
          </a:lstStyle>
          <a:p>
            <a:pPr lvl="0"/>
            <a:r>
              <a:rPr lang="pt-PT"/>
              <a:t>Texto de rodapé de exemplo</a:t>
            </a:r>
          </a:p>
        </p:txBody>
      </p:sp>
      <p:sp>
        <p:nvSpPr>
          <p:cNvPr id="5" name="Marcador de Posição do Número do Diapositivo 5"/>
          <p:cNvSpPr txBox="1">
            <a:spLocks noGrp="1"/>
          </p:cNvSpPr>
          <p:nvPr>
            <p:ph type="sldNum" sz="quarter" idx="8"/>
          </p:nvPr>
        </p:nvSpPr>
        <p:spPr/>
        <p:txBody>
          <a:bodyPr/>
          <a:lstStyle>
            <a:lvl1pPr>
              <a:defRPr/>
            </a:lvl1pPr>
          </a:lstStyle>
          <a:p>
            <a:pPr lvl="0"/>
            <a:fld id="{F29898F8-35DD-411D-9AC4-CD69F82B038F}" type="slidenum">
              <a:t>‹#›</a:t>
            </a:fld>
            <a:endParaRPr lang="en-US"/>
          </a:p>
        </p:txBody>
      </p:sp>
      <p:sp>
        <p:nvSpPr>
          <p:cNvPr id="6" name="Marcador de Posição da Data 3"/>
          <p:cNvSpPr txBox="1">
            <a:spLocks noGrp="1"/>
          </p:cNvSpPr>
          <p:nvPr>
            <p:ph type="dt" sz="half" idx="7"/>
          </p:nvPr>
        </p:nvSpPr>
        <p:spPr>
          <a:xfrm>
            <a:off x="6190488" y="6396209"/>
            <a:ext cx="1707623" cy="365129"/>
          </a:xfrm>
        </p:spPr>
        <p:txBody>
          <a:bodyPr/>
          <a:lstStyle>
            <a:lvl1pPr>
              <a:defRPr/>
            </a:lvl1pPr>
          </a:lstStyle>
          <a:p>
            <a:pPr lvl="0"/>
            <a:endParaRPr lang="en-US"/>
          </a:p>
        </p:txBody>
      </p:sp>
      <p:pic>
        <p:nvPicPr>
          <p:cNvPr id="7" name="Gráfico 8"/>
          <p:cNvPicPr>
            <a:picLocks noChangeAspect="1"/>
          </p:cNvPicPr>
          <p:nvPr/>
        </p:nvPicPr>
        <p:blipFill>
          <a:blip r:embed="rId3"/>
          <a:stretch>
            <a:fillRect/>
          </a:stretch>
        </p:blipFill>
        <p:spPr>
          <a:xfrm>
            <a:off x="11103037" y="5873419"/>
            <a:ext cx="1005840" cy="1005840"/>
          </a:xfrm>
          <a:prstGeom prst="rect">
            <a:avLst/>
          </a:prstGeom>
          <a:noFill/>
          <a:ln cap="flat">
            <a:noFill/>
          </a:ln>
        </p:spPr>
      </p:pic>
      <p:sp>
        <p:nvSpPr>
          <p:cNvPr id="8" name="Título 6"/>
          <p:cNvSpPr txBox="1">
            <a:spLocks noGrp="1"/>
          </p:cNvSpPr>
          <p:nvPr>
            <p:ph type="title"/>
          </p:nvPr>
        </p:nvSpPr>
        <p:spPr>
          <a:xfrm>
            <a:off x="6150364" y="938046"/>
            <a:ext cx="4800600" cy="3666744"/>
          </a:xfrm>
        </p:spPr>
        <p:txBody>
          <a:bodyPr anchor="b"/>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18164216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ítulo com Imagem 3">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5457212"/>
            <a:ext cx="4206240" cy="1380744"/>
          </a:xfrm>
        </p:spPr>
        <p:txBody>
          <a:bodyPr anchor="b"/>
          <a:lstStyle>
            <a:lvl1pPr>
              <a:defRPr/>
            </a:lvl1pPr>
          </a:lstStyle>
          <a:p>
            <a:pPr lvl="0"/>
            <a:r>
              <a:rPr lang="pt-PT"/>
              <a:t>Clique para editar o estilo do subtítulo do Modelo Global</a:t>
            </a:r>
          </a:p>
        </p:txBody>
      </p:sp>
      <p:sp>
        <p:nvSpPr>
          <p:cNvPr id="3" name="Marcador de Posição da Imagem 10"/>
          <p:cNvSpPr txBox="1">
            <a:spLocks noGrp="1"/>
          </p:cNvSpPr>
          <p:nvPr>
            <p:ph type="pic" idx="4294967295"/>
          </p:nvPr>
        </p:nvSpPr>
        <p:spPr>
          <a:xfrm>
            <a:off x="6096003" y="0"/>
            <a:ext cx="6096003" cy="6858000"/>
          </a:xfrm>
          <a:blipFill>
            <a:blip r:embed="rId2">
              <a:alphaModFix amt="70000"/>
            </a:blip>
            <a:stretch>
              <a:fillRect/>
            </a:stretch>
          </a:blipFill>
        </p:spPr>
        <p:txBody>
          <a:bodyPr/>
          <a:lstStyle>
            <a:lvl1pPr>
              <a:defRPr/>
            </a:lvl1pPr>
          </a:lstStyle>
          <a:p>
            <a:pPr lvl="0"/>
            <a:r>
              <a:rPr lang="pt-PT"/>
              <a:t> </a:t>
            </a:r>
          </a:p>
        </p:txBody>
      </p:sp>
      <p:sp>
        <p:nvSpPr>
          <p:cNvPr id="4" name="Título 3"/>
          <p:cNvSpPr txBox="1">
            <a:spLocks noGrp="1"/>
          </p:cNvSpPr>
          <p:nvPr>
            <p:ph type="title"/>
          </p:nvPr>
        </p:nvSpPr>
        <p:spPr>
          <a:xfrm>
            <a:off x="-18288" y="81290"/>
            <a:ext cx="4654296" cy="3739896"/>
          </a:xfrm>
        </p:spPr>
        <p:txBody>
          <a:bodyPr/>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14302745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com Imagem 4">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4184879"/>
            <a:ext cx="5086121" cy="480370"/>
          </a:xfrm>
        </p:spPr>
        <p:txBody>
          <a:bodyPr/>
          <a:lstStyle>
            <a:lvl1pPr>
              <a:defRPr/>
            </a:lvl1pPr>
          </a:lstStyle>
          <a:p>
            <a:pPr lvl="0"/>
            <a:r>
              <a:rPr lang="pt-PT"/>
              <a:t>Clique para editar o estilo do subtítulo do Modelo Global</a:t>
            </a:r>
          </a:p>
        </p:txBody>
      </p:sp>
      <p:sp>
        <p:nvSpPr>
          <p:cNvPr id="3" name="Marcador de Posição da Imagem 10"/>
          <p:cNvSpPr txBox="1">
            <a:spLocks noGrp="1"/>
          </p:cNvSpPr>
          <p:nvPr>
            <p:ph type="pic" idx="4294967295"/>
          </p:nvPr>
        </p:nvSpPr>
        <p:spPr>
          <a:xfrm>
            <a:off x="0" y="0"/>
            <a:ext cx="12191996" cy="4000500"/>
          </a:xfrm>
          <a:blipFill>
            <a:blip r:embed="rId2">
              <a:alphaModFix amt="70000"/>
            </a:blip>
            <a:stretch>
              <a:fillRect/>
            </a:stretch>
          </a:blipFill>
        </p:spPr>
        <p:txBody>
          <a:bodyPr/>
          <a:lstStyle>
            <a:lvl1pPr>
              <a:defRPr/>
            </a:lvl1pPr>
          </a:lstStyle>
          <a:p>
            <a:pPr lvl="0"/>
            <a:r>
              <a:rPr lang="pt-PT"/>
              <a:t> </a:t>
            </a:r>
          </a:p>
        </p:txBody>
      </p:sp>
      <p:sp>
        <p:nvSpPr>
          <p:cNvPr id="4" name="Marcador de Posição do Rodapé 4"/>
          <p:cNvSpPr txBox="1">
            <a:spLocks noGrp="1"/>
          </p:cNvSpPr>
          <p:nvPr>
            <p:ph type="ftr" sz="quarter" idx="9"/>
          </p:nvPr>
        </p:nvSpPr>
        <p:spPr>
          <a:xfrm>
            <a:off x="6191585" y="4172242"/>
            <a:ext cx="5303520" cy="479456"/>
          </a:xfrm>
        </p:spPr>
        <p:txBody>
          <a:bodyPr/>
          <a:lstStyle>
            <a:lvl1pPr>
              <a:defRPr sz="1400"/>
            </a:lvl1pPr>
          </a:lstStyle>
          <a:p>
            <a:pPr lvl="0"/>
            <a:r>
              <a:rPr lang="pt-PT"/>
              <a:t>Texto de rodapé de exemplo</a:t>
            </a:r>
          </a:p>
        </p:txBody>
      </p:sp>
      <p:sp>
        <p:nvSpPr>
          <p:cNvPr id="5" name="Marcador de Posição do Número do Diapositivo 7"/>
          <p:cNvSpPr txBox="1">
            <a:spLocks noGrp="1"/>
          </p:cNvSpPr>
          <p:nvPr>
            <p:ph type="sldNum" sz="quarter" idx="8"/>
          </p:nvPr>
        </p:nvSpPr>
        <p:spPr>
          <a:xfrm>
            <a:off x="11755343" y="4184422"/>
            <a:ext cx="429210" cy="365129"/>
          </a:xfrm>
        </p:spPr>
        <p:txBody>
          <a:bodyPr/>
          <a:lstStyle>
            <a:lvl1pPr>
              <a:defRPr/>
            </a:lvl1pPr>
          </a:lstStyle>
          <a:p>
            <a:pPr lvl="0"/>
            <a:fld id="{E299FD4F-C9F3-4665-BD22-61DE9CB3BFAE}" type="slidenum">
              <a:t>‹#›</a:t>
            </a:fld>
            <a:endParaRPr lang="en-US"/>
          </a:p>
        </p:txBody>
      </p:sp>
      <p:pic>
        <p:nvPicPr>
          <p:cNvPr id="6" name="Gráfico 6"/>
          <p:cNvPicPr>
            <a:picLocks noChangeAspect="1"/>
          </p:cNvPicPr>
          <p:nvPr/>
        </p:nvPicPr>
        <p:blipFill>
          <a:blip r:embed="rId3"/>
          <a:stretch>
            <a:fillRect/>
          </a:stretch>
        </p:blipFill>
        <p:spPr>
          <a:xfrm>
            <a:off x="11103037" y="5873419"/>
            <a:ext cx="1005840" cy="1005840"/>
          </a:xfrm>
          <a:prstGeom prst="rect">
            <a:avLst/>
          </a:prstGeom>
          <a:noFill/>
          <a:ln cap="flat">
            <a:noFill/>
          </a:ln>
        </p:spPr>
      </p:pic>
      <p:sp>
        <p:nvSpPr>
          <p:cNvPr id="7" name="Título 3"/>
          <p:cNvSpPr txBox="1">
            <a:spLocks noGrp="1"/>
          </p:cNvSpPr>
          <p:nvPr>
            <p:ph type="title"/>
          </p:nvPr>
        </p:nvSpPr>
        <p:spPr>
          <a:xfrm>
            <a:off x="-14987" y="5068747"/>
            <a:ext cx="10643615" cy="1810512"/>
          </a:xfrm>
        </p:spPr>
        <p:txBody>
          <a:bodyPr anchor="b"/>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580429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com Imagem 5">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13962" y="5099828"/>
            <a:ext cx="11460476" cy="480370"/>
          </a:xfrm>
        </p:spPr>
        <p:txBody>
          <a:bodyPr/>
          <a:lstStyle>
            <a:lvl1pPr>
              <a:defRPr/>
            </a:lvl1pPr>
          </a:lstStyle>
          <a:p>
            <a:pPr lvl="0"/>
            <a:r>
              <a:rPr lang="pt-PT"/>
              <a:t>Clique para editar o estilo do subtítulo do Modelo Global</a:t>
            </a:r>
          </a:p>
        </p:txBody>
      </p:sp>
      <p:sp>
        <p:nvSpPr>
          <p:cNvPr id="3" name="Marcador de Posição da Imagem 10"/>
          <p:cNvSpPr txBox="1">
            <a:spLocks noGrp="1"/>
          </p:cNvSpPr>
          <p:nvPr>
            <p:ph type="pic" idx="4294967295"/>
          </p:nvPr>
        </p:nvSpPr>
        <p:spPr>
          <a:xfrm>
            <a:off x="0" y="0"/>
            <a:ext cx="12191996" cy="4986424"/>
          </a:xfrm>
          <a:blipFill>
            <a:blip r:embed="rId2">
              <a:alphaModFix amt="70000"/>
            </a:blip>
            <a:stretch>
              <a:fillRect/>
            </a:stretch>
          </a:blipFill>
        </p:spPr>
        <p:txBody>
          <a:bodyPr/>
          <a:lstStyle>
            <a:lvl1pPr>
              <a:defRPr/>
            </a:lvl1pPr>
          </a:lstStyle>
          <a:p>
            <a:pPr lvl="0"/>
            <a:r>
              <a:rPr lang="pt-PT"/>
              <a:t> </a:t>
            </a:r>
          </a:p>
        </p:txBody>
      </p:sp>
      <p:sp>
        <p:nvSpPr>
          <p:cNvPr id="4" name="Título 3"/>
          <p:cNvSpPr txBox="1">
            <a:spLocks noGrp="1"/>
          </p:cNvSpPr>
          <p:nvPr>
            <p:ph type="title"/>
          </p:nvPr>
        </p:nvSpPr>
        <p:spPr>
          <a:xfrm>
            <a:off x="-16532" y="6124294"/>
            <a:ext cx="11457432" cy="786384"/>
          </a:xfrm>
        </p:spPr>
        <p:txBody>
          <a:bodyPr/>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3090908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4752658"/>
            <a:ext cx="5906127" cy="2079016"/>
          </a:xfrm>
        </p:spPr>
        <p:txBody>
          <a:bodyPr anchor="b"/>
          <a:lstStyle>
            <a:lvl1pPr>
              <a:defRPr/>
            </a:lvl1pPr>
          </a:lstStyle>
          <a:p>
            <a:pPr lvl="0"/>
            <a:r>
              <a:rPr lang="pt-PT"/>
              <a:t>Clique para editar o estilo do subtítulo do Modelo Global</a:t>
            </a:r>
          </a:p>
        </p:txBody>
      </p:sp>
      <p:pic>
        <p:nvPicPr>
          <p:cNvPr id="3" name="Gráfico 3"/>
          <p:cNvPicPr>
            <a:picLocks noChangeAspect="1"/>
          </p:cNvPicPr>
          <p:nvPr/>
        </p:nvPicPr>
        <p:blipFill>
          <a:blip r:embed="rId2"/>
          <a:stretch>
            <a:fillRect/>
          </a:stretch>
        </p:blipFill>
        <p:spPr>
          <a:xfrm>
            <a:off x="11103037" y="5873419"/>
            <a:ext cx="1005840" cy="1005840"/>
          </a:xfrm>
          <a:prstGeom prst="rect">
            <a:avLst/>
          </a:prstGeom>
          <a:noFill/>
          <a:ln cap="flat">
            <a:noFill/>
          </a:ln>
        </p:spPr>
      </p:pic>
      <p:sp>
        <p:nvSpPr>
          <p:cNvPr id="4" name="Marcador de Posição do Rodapé 5"/>
          <p:cNvSpPr txBox="1">
            <a:spLocks noGrp="1"/>
          </p:cNvSpPr>
          <p:nvPr>
            <p:ph type="ftr" sz="quarter" idx="9"/>
          </p:nvPr>
        </p:nvSpPr>
        <p:spPr/>
        <p:txBody>
          <a:bodyPr/>
          <a:lstStyle>
            <a:lvl1pPr>
              <a:defRPr/>
            </a:lvl1pPr>
          </a:lstStyle>
          <a:p>
            <a:pPr lvl="0"/>
            <a:r>
              <a:rPr lang="pt-PT"/>
              <a:t>Texto de rodapé de exemplo</a:t>
            </a:r>
          </a:p>
        </p:txBody>
      </p:sp>
      <p:sp>
        <p:nvSpPr>
          <p:cNvPr id="5" name="Marcador de Posição da Data 4"/>
          <p:cNvSpPr txBox="1">
            <a:spLocks noGrp="1"/>
          </p:cNvSpPr>
          <p:nvPr>
            <p:ph type="dt" sz="half" idx="7"/>
          </p:nvPr>
        </p:nvSpPr>
        <p:spPr/>
        <p:txBody>
          <a:bodyPr/>
          <a:lstStyle>
            <a:lvl1pPr>
              <a:defRPr/>
            </a:lvl1pPr>
          </a:lstStyle>
          <a:p>
            <a:pPr lvl="0"/>
            <a:endParaRPr lang="en-US"/>
          </a:p>
        </p:txBody>
      </p:sp>
      <p:sp>
        <p:nvSpPr>
          <p:cNvPr id="6" name="Marcador de Posição do Número do Diapositivo 6"/>
          <p:cNvSpPr txBox="1">
            <a:spLocks noGrp="1"/>
          </p:cNvSpPr>
          <p:nvPr>
            <p:ph type="sldNum" sz="quarter" idx="8"/>
          </p:nvPr>
        </p:nvSpPr>
        <p:spPr/>
        <p:txBody>
          <a:bodyPr/>
          <a:lstStyle>
            <a:lvl1pPr>
              <a:defRPr/>
            </a:lvl1pPr>
          </a:lstStyle>
          <a:p>
            <a:pPr lvl="0"/>
            <a:fld id="{F60D9669-0F1D-4619-B8F4-7DA6493D2CC1}" type="slidenum">
              <a:t>‹#›</a:t>
            </a:fld>
            <a:endParaRPr lang="en-US"/>
          </a:p>
        </p:txBody>
      </p:sp>
      <p:sp>
        <p:nvSpPr>
          <p:cNvPr id="7" name="Título 7"/>
          <p:cNvSpPr txBox="1">
            <a:spLocks noGrp="1"/>
          </p:cNvSpPr>
          <p:nvPr>
            <p:ph type="title"/>
          </p:nvPr>
        </p:nvSpPr>
        <p:spPr>
          <a:xfrm>
            <a:off x="-18288" y="653539"/>
            <a:ext cx="8165592" cy="3694176"/>
          </a:xfrm>
        </p:spPr>
        <p:txBody>
          <a:bodyPr/>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5796054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ítulo 2">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6174458"/>
            <a:ext cx="5891131" cy="654838"/>
          </a:xfrm>
        </p:spPr>
        <p:txBody>
          <a:bodyPr anchor="b"/>
          <a:lstStyle>
            <a:lvl1pPr>
              <a:defRPr/>
            </a:lvl1pPr>
          </a:lstStyle>
          <a:p>
            <a:pPr lvl="0"/>
            <a:r>
              <a:rPr lang="pt-PT"/>
              <a:t>Clique para editar o estilo do subtítulo do Modelo Global</a:t>
            </a:r>
          </a:p>
        </p:txBody>
      </p:sp>
      <p:pic>
        <p:nvPicPr>
          <p:cNvPr id="3" name="Gráfico 6"/>
          <p:cNvPicPr>
            <a:picLocks noChangeAspect="1"/>
          </p:cNvPicPr>
          <p:nvPr/>
        </p:nvPicPr>
        <p:blipFill>
          <a:blip r:embed="rId2"/>
          <a:stretch>
            <a:fillRect/>
          </a:stretch>
        </p:blipFill>
        <p:spPr>
          <a:xfrm>
            <a:off x="11103037" y="5873419"/>
            <a:ext cx="1005840" cy="1005840"/>
          </a:xfrm>
          <a:prstGeom prst="rect">
            <a:avLst/>
          </a:prstGeom>
          <a:noFill/>
          <a:ln cap="flat">
            <a:noFill/>
          </a:ln>
        </p:spPr>
      </p:pic>
      <p:sp>
        <p:nvSpPr>
          <p:cNvPr id="4" name="Marcador de Posição do Rodapé 4"/>
          <p:cNvSpPr txBox="1">
            <a:spLocks noGrp="1"/>
          </p:cNvSpPr>
          <p:nvPr>
            <p:ph type="ftr" sz="quarter" idx="9"/>
          </p:nvPr>
        </p:nvSpPr>
        <p:spPr/>
        <p:txBody>
          <a:bodyPr/>
          <a:lstStyle>
            <a:lvl1pPr>
              <a:defRPr/>
            </a:lvl1pPr>
          </a:lstStyle>
          <a:p>
            <a:pPr lvl="0"/>
            <a:r>
              <a:rPr lang="pt-PT"/>
              <a:t>Texto de rodapé de exemplo</a:t>
            </a:r>
          </a:p>
        </p:txBody>
      </p:sp>
      <p:sp>
        <p:nvSpPr>
          <p:cNvPr id="5" name="Marcador de Posição da Data 3"/>
          <p:cNvSpPr txBox="1">
            <a:spLocks noGrp="1"/>
          </p:cNvSpPr>
          <p:nvPr>
            <p:ph type="dt" sz="half" idx="7"/>
          </p:nvPr>
        </p:nvSpPr>
        <p:spPr/>
        <p:txBody>
          <a:bodyPr/>
          <a:lstStyle>
            <a:lvl1pPr>
              <a:defRPr/>
            </a:lvl1pPr>
          </a:lstStyle>
          <a:p>
            <a:pPr lvl="0"/>
            <a:endParaRPr lang="en-US"/>
          </a:p>
        </p:txBody>
      </p:sp>
      <p:sp>
        <p:nvSpPr>
          <p:cNvPr id="6" name="Marcador de Posição do Número do Diapositivo 9"/>
          <p:cNvSpPr txBox="1">
            <a:spLocks noGrp="1"/>
          </p:cNvSpPr>
          <p:nvPr>
            <p:ph type="sldNum" sz="quarter" idx="8"/>
          </p:nvPr>
        </p:nvSpPr>
        <p:spPr/>
        <p:txBody>
          <a:bodyPr/>
          <a:lstStyle>
            <a:lvl1pPr>
              <a:defRPr/>
            </a:lvl1pPr>
          </a:lstStyle>
          <a:p>
            <a:pPr lvl="0"/>
            <a:fld id="{775101D9-C69B-40D1-93C8-00BFB69A5311}" type="slidenum">
              <a:t>‹#›</a:t>
            </a:fld>
            <a:endParaRPr lang="en-US"/>
          </a:p>
        </p:txBody>
      </p:sp>
      <p:sp>
        <p:nvSpPr>
          <p:cNvPr id="7" name="Título 5"/>
          <p:cNvSpPr txBox="1">
            <a:spLocks noGrp="1"/>
          </p:cNvSpPr>
          <p:nvPr>
            <p:ph type="title"/>
          </p:nvPr>
        </p:nvSpPr>
        <p:spPr>
          <a:xfrm>
            <a:off x="-18288" y="2159629"/>
            <a:ext cx="9683496" cy="3776472"/>
          </a:xfrm>
        </p:spPr>
        <p:txBody>
          <a:bodyPr anchor="b"/>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8292046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ítulo 3">
    <p:spTree>
      <p:nvGrpSpPr>
        <p:cNvPr id="1" name=""/>
        <p:cNvGrpSpPr/>
        <p:nvPr/>
      </p:nvGrpSpPr>
      <p:grpSpPr>
        <a:xfrm>
          <a:off x="0" y="0"/>
          <a:ext cx="0" cy="0"/>
          <a:chOff x="0" y="0"/>
          <a:chExt cx="0" cy="0"/>
        </a:xfrm>
      </p:grpSpPr>
      <p:sp>
        <p:nvSpPr>
          <p:cNvPr id="2" name="Subtítulo 2"/>
          <p:cNvSpPr txBox="1">
            <a:spLocks noGrp="1"/>
          </p:cNvSpPr>
          <p:nvPr>
            <p:ph type="subTitle" idx="4294967295"/>
          </p:nvPr>
        </p:nvSpPr>
        <p:spPr>
          <a:xfrm>
            <a:off x="0" y="5413924"/>
            <a:ext cx="7588157" cy="1414092"/>
          </a:xfrm>
        </p:spPr>
        <p:txBody>
          <a:bodyPr anchor="b"/>
          <a:lstStyle>
            <a:lvl1pPr>
              <a:defRPr/>
            </a:lvl1pPr>
          </a:lstStyle>
          <a:p>
            <a:pPr lvl="0"/>
            <a:r>
              <a:rPr lang="pt-PT"/>
              <a:t>Clique para editar o estilo do subtítulo do Modelo Global</a:t>
            </a:r>
          </a:p>
        </p:txBody>
      </p:sp>
      <p:sp>
        <p:nvSpPr>
          <p:cNvPr id="3" name="Oval 9"/>
          <p:cNvSpPr/>
          <p:nvPr/>
        </p:nvSpPr>
        <p:spPr>
          <a:xfrm>
            <a:off x="8519419" y="3176278"/>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4" name="Título 3"/>
          <p:cNvSpPr txBox="1">
            <a:spLocks noGrp="1"/>
          </p:cNvSpPr>
          <p:nvPr>
            <p:ph type="title"/>
          </p:nvPr>
        </p:nvSpPr>
        <p:spPr>
          <a:xfrm>
            <a:off x="-18288" y="86346"/>
            <a:ext cx="12088367" cy="2414016"/>
          </a:xfrm>
        </p:spPr>
        <p:txBody>
          <a:bodyPr/>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33210151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beçalho da Secção">
    <p:bg>
      <p:bgPr>
        <a:solidFill>
          <a:srgbClr val="FFFFFF"/>
        </a:solidFill>
        <a:effectLst/>
      </p:bgPr>
    </p:bg>
    <p:spTree>
      <p:nvGrpSpPr>
        <p:cNvPr id="1" name=""/>
        <p:cNvGrpSpPr/>
        <p:nvPr/>
      </p:nvGrpSpPr>
      <p:grpSpPr>
        <a:xfrm>
          <a:off x="0" y="0"/>
          <a:ext cx="0" cy="0"/>
          <a:chOff x="0" y="0"/>
          <a:chExt cx="0" cy="0"/>
        </a:xfrm>
      </p:grpSpPr>
      <p:pic>
        <p:nvPicPr>
          <p:cNvPr id="2" name="Gráfico 6"/>
          <p:cNvPicPr>
            <a:picLocks noChangeAspect="1"/>
          </p:cNvPicPr>
          <p:nvPr/>
        </p:nvPicPr>
        <p:blipFill>
          <a:blip r:embed="rId2"/>
          <a:stretch>
            <a:fillRect/>
          </a:stretch>
        </p:blipFill>
        <p:spPr>
          <a:xfrm>
            <a:off x="11377357" y="83128"/>
            <a:ext cx="731520" cy="731520"/>
          </a:xfrm>
          <a:prstGeom prst="rect">
            <a:avLst/>
          </a:prstGeom>
          <a:noFill/>
          <a:ln cap="flat">
            <a:noFill/>
          </a:ln>
        </p:spPr>
      </p:pic>
      <p:sp>
        <p:nvSpPr>
          <p:cNvPr id="3" name="Título 2"/>
          <p:cNvSpPr txBox="1">
            <a:spLocks noGrp="1"/>
          </p:cNvSpPr>
          <p:nvPr>
            <p:ph type="title"/>
          </p:nvPr>
        </p:nvSpPr>
        <p:spPr>
          <a:xfrm>
            <a:off x="-18288" y="2184035"/>
            <a:ext cx="8074152" cy="4718303"/>
          </a:xfrm>
        </p:spPr>
        <p:txBody>
          <a:bodyPr anchor="b"/>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3422940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abeçalho da Secção 2">
    <p:bg>
      <p:bgPr>
        <a:solidFill>
          <a:srgbClr val="FFFFFF"/>
        </a:solidFill>
        <a:effectLst/>
      </p:bgPr>
    </p:bg>
    <p:spTree>
      <p:nvGrpSpPr>
        <p:cNvPr id="1" name=""/>
        <p:cNvGrpSpPr/>
        <p:nvPr/>
      </p:nvGrpSpPr>
      <p:grpSpPr>
        <a:xfrm>
          <a:off x="0" y="0"/>
          <a:ext cx="0" cy="0"/>
          <a:chOff x="0" y="0"/>
          <a:chExt cx="0" cy="0"/>
        </a:xfrm>
      </p:grpSpPr>
      <p:sp>
        <p:nvSpPr>
          <p:cNvPr id="2" name="Oval 3"/>
          <p:cNvSpPr/>
          <p:nvPr/>
        </p:nvSpPr>
        <p:spPr>
          <a:xfrm>
            <a:off x="8524365" y="3181279"/>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3" name="Título 2"/>
          <p:cNvSpPr txBox="1">
            <a:spLocks noGrp="1"/>
          </p:cNvSpPr>
          <p:nvPr>
            <p:ph type="title"/>
          </p:nvPr>
        </p:nvSpPr>
        <p:spPr>
          <a:xfrm>
            <a:off x="-18288" y="82296"/>
            <a:ext cx="8211312" cy="4617720"/>
          </a:xfrm>
        </p:spPr>
        <p:txBody>
          <a:bodyPr/>
          <a:lstStyle>
            <a:lvl1pPr>
              <a:defRPr/>
            </a:lvl1pPr>
          </a:lstStyle>
          <a:p>
            <a:pPr lvl="0"/>
            <a:r>
              <a:rPr lang="pt-PT"/>
              <a:t>Clique para editar o estilo do título do Modelo Global</a:t>
            </a:r>
          </a:p>
        </p:txBody>
      </p:sp>
    </p:spTree>
    <p:extLst>
      <p:ext uri="{BB962C8B-B14F-4D97-AF65-F5344CB8AC3E}">
        <p14:creationId xmlns:p14="http://schemas.microsoft.com/office/powerpoint/2010/main" val="4123840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beçalho da Secção 3">
    <p:bg>
      <p:bgPr>
        <a:solidFill>
          <a:srgbClr val="000000"/>
        </a:solidFill>
        <a:effectLst/>
      </p:bgPr>
    </p:bg>
    <p:spTree>
      <p:nvGrpSpPr>
        <p:cNvPr id="1" name=""/>
        <p:cNvGrpSpPr/>
        <p:nvPr/>
      </p:nvGrpSpPr>
      <p:grpSpPr>
        <a:xfrm>
          <a:off x="0" y="0"/>
          <a:ext cx="0" cy="0"/>
          <a:chOff x="0" y="0"/>
          <a:chExt cx="0" cy="0"/>
        </a:xfrm>
      </p:grpSpPr>
      <p:pic>
        <p:nvPicPr>
          <p:cNvPr id="2" name="Gráfico 6"/>
          <p:cNvPicPr>
            <a:picLocks noChangeAspect="1"/>
          </p:cNvPicPr>
          <p:nvPr/>
        </p:nvPicPr>
        <p:blipFill>
          <a:blip r:embed="rId2"/>
          <a:stretch>
            <a:fillRect/>
          </a:stretch>
        </p:blipFill>
        <p:spPr>
          <a:xfrm rot="2700006">
            <a:off x="11224954" y="5974982"/>
            <a:ext cx="731520" cy="731520"/>
          </a:xfrm>
          <a:prstGeom prst="rect">
            <a:avLst/>
          </a:prstGeom>
          <a:noFill/>
          <a:ln cap="flat">
            <a:noFill/>
          </a:ln>
        </p:spPr>
      </p:pic>
      <p:sp>
        <p:nvSpPr>
          <p:cNvPr id="3" name="Título 2"/>
          <p:cNvSpPr txBox="1">
            <a:spLocks noGrp="1"/>
          </p:cNvSpPr>
          <p:nvPr>
            <p:ph type="title"/>
          </p:nvPr>
        </p:nvSpPr>
        <p:spPr>
          <a:xfrm>
            <a:off x="0" y="2139696"/>
            <a:ext cx="8071006" cy="4718303"/>
          </a:xfrm>
        </p:spPr>
        <p:txBody>
          <a:bodyPr anchor="b"/>
          <a:lstStyle>
            <a:lvl1pPr>
              <a:defRPr>
                <a:solidFill>
                  <a:srgbClr val="FFFFFF"/>
                </a:solidFill>
              </a:defRPr>
            </a:lvl1pPr>
          </a:lstStyle>
          <a:p>
            <a:pPr lvl="0"/>
            <a:r>
              <a:rPr lang="pt-PT"/>
              <a:t>Clique para editar o estilo do título do Modelo Global</a:t>
            </a:r>
          </a:p>
        </p:txBody>
      </p:sp>
    </p:spTree>
    <p:extLst>
      <p:ext uri="{BB962C8B-B14F-4D97-AF65-F5344CB8AC3E}">
        <p14:creationId xmlns:p14="http://schemas.microsoft.com/office/powerpoint/2010/main" val="2056471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ítulo 1"/>
          <p:cNvSpPr txBox="1">
            <a:spLocks noGrp="1"/>
          </p:cNvSpPr>
          <p:nvPr>
            <p:ph type="title"/>
          </p:nvPr>
        </p:nvSpPr>
        <p:spPr>
          <a:xfrm>
            <a:off x="-18288" y="82296"/>
            <a:ext cx="8139659" cy="1554480"/>
          </a:xfrm>
        </p:spPr>
        <p:txBody>
          <a:bodyPr/>
          <a:lstStyle>
            <a:lvl1pPr>
              <a:defRPr/>
            </a:lvl1pPr>
          </a:lstStyle>
          <a:p>
            <a:pPr lvl="0"/>
            <a:r>
              <a:rPr lang="pt-PT"/>
              <a:t>Clique para editar o estilo do título do Modelo Global</a:t>
            </a:r>
          </a:p>
        </p:txBody>
      </p:sp>
      <p:sp>
        <p:nvSpPr>
          <p:cNvPr id="3" name="Marcador de Posição de Conteúdo 6"/>
          <p:cNvSpPr txBox="1">
            <a:spLocks noGrp="1"/>
          </p:cNvSpPr>
          <p:nvPr>
            <p:ph idx="4294967295"/>
          </p:nvPr>
        </p:nvSpPr>
        <p:spPr>
          <a:xfrm>
            <a:off x="0" y="1896474"/>
            <a:ext cx="8139659" cy="3557902"/>
          </a:xfrm>
        </p:spPr>
        <p:txBody>
          <a:bodyPr/>
          <a:lstStyle>
            <a:lvl1pPr marL="342900" indent="-342900">
              <a:buSzPct val="100000"/>
              <a:buFont typeface="Neue Haas Grotesk Text Pro"/>
              <a:buAutoNum type="arabicPeriod"/>
              <a:defRPr/>
            </a:lvl1pPr>
            <a:lvl2pPr marL="571500" indent="-342900">
              <a:buSzPct val="100000"/>
              <a:buFont typeface="Neue Haas Grotesk Text Pro"/>
              <a:buAutoNum type="arabicPeriod"/>
              <a:defRPr/>
            </a:lvl2pPr>
            <a:lvl3pPr marL="800100" indent="-342900">
              <a:buSzPct val="100000"/>
              <a:buFont typeface="Neue Haas Grotesk Text Pro"/>
              <a:buAutoNum type="arabicPeriod"/>
              <a:defRPr/>
            </a:lvl3pPr>
            <a:lvl4pPr marL="1028700" indent="-342900">
              <a:buSzPct val="100000"/>
              <a:buFont typeface="Neue Haas Grotesk Text Pro"/>
              <a:buAutoNum type="arabicPeriod"/>
              <a:defRPr/>
            </a:lvl4pPr>
            <a:lvl5pPr marL="1257300" indent="-342900">
              <a:buSzPct val="100000"/>
              <a:buFont typeface="Neue Haas Grotesk Text Pro"/>
              <a:buAutoNum type="arabicPeriod"/>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Oval 7"/>
          <p:cNvSpPr/>
          <p:nvPr/>
        </p:nvSpPr>
        <p:spPr>
          <a:xfrm>
            <a:off x="8552511" y="3218514"/>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5"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AF2E72AC-EA9D-4BA2-A2AC-DE432880997E}" type="slidenum">
              <a:t>‹#›</a:t>
            </a:fld>
            <a:endParaRPr lang="en-US"/>
          </a:p>
        </p:txBody>
      </p:sp>
    </p:spTree>
    <p:extLst>
      <p:ext uri="{BB962C8B-B14F-4D97-AF65-F5344CB8AC3E}">
        <p14:creationId xmlns:p14="http://schemas.microsoft.com/office/powerpoint/2010/main" val="3706265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ítulo 1"/>
          <p:cNvSpPr txBox="1">
            <a:spLocks noGrp="1"/>
          </p:cNvSpPr>
          <p:nvPr>
            <p:ph type="title"/>
          </p:nvPr>
        </p:nvSpPr>
        <p:spPr>
          <a:xfrm>
            <a:off x="-18288" y="82296"/>
            <a:ext cx="5898629" cy="1628637"/>
          </a:xfrm>
        </p:spPr>
        <p:txBody>
          <a:bodyPr/>
          <a:lstStyle>
            <a:lvl1pPr>
              <a:defRPr/>
            </a:lvl1pPr>
          </a:lstStyle>
          <a:p>
            <a:pPr lvl="0"/>
            <a:r>
              <a:rPr lang="pt-PT"/>
              <a:t>Clique para editar o estilo do título do Modelo Global</a:t>
            </a:r>
          </a:p>
        </p:txBody>
      </p:sp>
      <p:sp>
        <p:nvSpPr>
          <p:cNvPr id="3" name="Marcador de Posição do Rodapé 3"/>
          <p:cNvSpPr txBox="1">
            <a:spLocks noGrp="1"/>
          </p:cNvSpPr>
          <p:nvPr>
            <p:ph type="ftr" sz="quarter" idx="9"/>
          </p:nvPr>
        </p:nvSpPr>
        <p:spPr>
          <a:xfrm>
            <a:off x="6190488" y="118817"/>
            <a:ext cx="5275969" cy="365129"/>
          </a:xfrm>
        </p:spPr>
        <p:txBody>
          <a:bodyPr/>
          <a:lstStyle>
            <a:lvl1pPr>
              <a:defRPr/>
            </a:lvl1pPr>
          </a:lstStyle>
          <a:p>
            <a:pPr lvl="0"/>
            <a:r>
              <a:rPr lang="pt-PT"/>
              <a:t>Texto de rodapé de exemplo</a:t>
            </a:r>
          </a:p>
        </p:txBody>
      </p:sp>
      <p:sp>
        <p:nvSpPr>
          <p:cNvPr id="4" name="Marcador de Posição do Número do Diapositivo 4"/>
          <p:cNvSpPr txBox="1">
            <a:spLocks noGrp="1"/>
          </p:cNvSpPr>
          <p:nvPr>
            <p:ph type="sldNum" sz="quarter" idx="8"/>
          </p:nvPr>
        </p:nvSpPr>
        <p:spPr>
          <a:xfrm>
            <a:off x="11762795" y="110221"/>
            <a:ext cx="429210" cy="365129"/>
          </a:xfrm>
        </p:spPr>
        <p:txBody>
          <a:bodyPr/>
          <a:lstStyle>
            <a:lvl1pPr>
              <a:defRPr/>
            </a:lvl1pPr>
          </a:lstStyle>
          <a:p>
            <a:pPr lvl="0"/>
            <a:fld id="{EB24F5AC-1D9B-4306-8E91-6ED85F1A4622}" type="slidenum">
              <a:t>‹#›</a:t>
            </a:fld>
            <a:endParaRPr lang="en-US"/>
          </a:p>
        </p:txBody>
      </p:sp>
      <p:sp>
        <p:nvSpPr>
          <p:cNvPr id="5" name="Marcador de Posição de Conteúdo 6"/>
          <p:cNvSpPr txBox="1">
            <a:spLocks noGrp="1"/>
          </p:cNvSpPr>
          <p:nvPr>
            <p:ph idx="4294967295"/>
          </p:nvPr>
        </p:nvSpPr>
        <p:spPr>
          <a:xfrm>
            <a:off x="6190488" y="2577702"/>
            <a:ext cx="5895667" cy="4266087"/>
          </a:xfrm>
        </p:spPr>
        <p:txBody>
          <a:bodyPr anchor="b"/>
          <a:lstStyle>
            <a:lvl1pPr marL="342900" indent="-342900">
              <a:buSzPct val="100000"/>
              <a:buFont typeface="Neue Haas Grotesk Text Pro"/>
              <a:buAutoNum type="arabicPeriod"/>
              <a:defRPr/>
            </a:lvl1pPr>
            <a:lvl2pPr marL="571500" indent="-342900">
              <a:buSzPct val="100000"/>
              <a:buFont typeface="Neue Haas Grotesk Text Pro"/>
              <a:buAutoNum type="arabicPeriod"/>
              <a:defRPr/>
            </a:lvl2pPr>
            <a:lvl3pPr marL="800100" indent="-342900">
              <a:buSzPct val="100000"/>
              <a:buFont typeface="Neue Haas Grotesk Text Pro"/>
              <a:buAutoNum type="arabicPeriod"/>
              <a:defRPr/>
            </a:lvl3pPr>
            <a:lvl4pPr marL="1028700" indent="-342900">
              <a:buSzPct val="100000"/>
              <a:buFont typeface="Neue Haas Grotesk Text Pro"/>
              <a:buAutoNum type="arabicPeriod"/>
              <a:defRPr/>
            </a:lvl4pPr>
            <a:lvl5pPr marL="1257300" indent="-342900">
              <a:buSzPct val="100000"/>
              <a:buFont typeface="Neue Haas Grotesk Text Pro"/>
              <a:buAutoNum type="arabicPeriod"/>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pic>
        <p:nvPicPr>
          <p:cNvPr id="6" name="Gráfico 2"/>
          <p:cNvPicPr>
            <a:picLocks noChangeAspect="1"/>
          </p:cNvPicPr>
          <p:nvPr/>
        </p:nvPicPr>
        <p:blipFill>
          <a:blip r:embed="rId2"/>
          <a:stretch>
            <a:fillRect/>
          </a:stretch>
        </p:blipFill>
        <p:spPr>
          <a:xfrm>
            <a:off x="95463" y="5857381"/>
            <a:ext cx="1005840" cy="1005840"/>
          </a:xfrm>
          <a:prstGeom prst="rect">
            <a:avLst/>
          </a:prstGeom>
          <a:noFill/>
          <a:ln cap="flat">
            <a:noFill/>
          </a:ln>
        </p:spPr>
      </p:pic>
    </p:spTree>
    <p:extLst>
      <p:ext uri="{BB962C8B-B14F-4D97-AF65-F5344CB8AC3E}">
        <p14:creationId xmlns:p14="http://schemas.microsoft.com/office/powerpoint/2010/main" val="25001150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com Imagem">
    <p:spTree>
      <p:nvGrpSpPr>
        <p:cNvPr id="1" name=""/>
        <p:cNvGrpSpPr/>
        <p:nvPr/>
      </p:nvGrpSpPr>
      <p:grpSpPr>
        <a:xfrm>
          <a:off x="0" y="0"/>
          <a:ext cx="0" cy="0"/>
          <a:chOff x="0" y="0"/>
          <a:chExt cx="0" cy="0"/>
        </a:xfrm>
      </p:grpSpPr>
      <p:sp>
        <p:nvSpPr>
          <p:cNvPr id="2" name="Título 1"/>
          <p:cNvSpPr txBox="1">
            <a:spLocks noGrp="1"/>
          </p:cNvSpPr>
          <p:nvPr>
            <p:ph type="title"/>
          </p:nvPr>
        </p:nvSpPr>
        <p:spPr>
          <a:xfrm>
            <a:off x="6166393" y="621792"/>
            <a:ext cx="5386712" cy="1816894"/>
          </a:xfrm>
        </p:spPr>
        <p:txBody>
          <a:bodyPr>
            <a:noAutofit/>
          </a:bodyPr>
          <a:lstStyle>
            <a:lvl1pPr>
              <a:defRPr/>
            </a:lvl1pPr>
          </a:lstStyle>
          <a:p>
            <a:pPr lvl="0"/>
            <a:r>
              <a:rPr lang="pt-PT"/>
              <a:t>Clique para editar o estilo do título do Modelo Global</a:t>
            </a:r>
          </a:p>
        </p:txBody>
      </p:sp>
      <p:sp>
        <p:nvSpPr>
          <p:cNvPr id="3" name="Marcador de Posição da Imagem 7"/>
          <p:cNvSpPr txBox="1">
            <a:spLocks noGrp="1"/>
          </p:cNvSpPr>
          <p:nvPr>
            <p:ph type="pic" idx="4294967295"/>
          </p:nvPr>
        </p:nvSpPr>
        <p:spPr>
          <a:xfrm>
            <a:off x="0" y="0"/>
            <a:ext cx="5906639"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o Rodapé 3"/>
          <p:cNvSpPr txBox="1">
            <a:spLocks noGrp="1"/>
          </p:cNvSpPr>
          <p:nvPr>
            <p:ph type="ftr" sz="quarter" idx="9"/>
          </p:nvPr>
        </p:nvSpPr>
        <p:spPr>
          <a:xfrm>
            <a:off x="6190488" y="110368"/>
            <a:ext cx="5349240" cy="365129"/>
          </a:xfrm>
        </p:spPr>
        <p:txBody>
          <a:bodyPr/>
          <a:lstStyle>
            <a:lvl1pPr>
              <a:defRPr/>
            </a:lvl1pPr>
          </a:lstStyle>
          <a:p>
            <a:pPr lvl="0"/>
            <a:r>
              <a:rPr lang="pt-PT"/>
              <a:t>Texto de rodapé de exemplo</a:t>
            </a:r>
          </a:p>
        </p:txBody>
      </p:sp>
      <p:sp>
        <p:nvSpPr>
          <p:cNvPr id="5" name="Marcador de Posição do Número do Diapositivo 4"/>
          <p:cNvSpPr txBox="1">
            <a:spLocks noGrp="1"/>
          </p:cNvSpPr>
          <p:nvPr>
            <p:ph type="sldNum" sz="quarter" idx="8"/>
          </p:nvPr>
        </p:nvSpPr>
        <p:spPr/>
        <p:txBody>
          <a:bodyPr/>
          <a:lstStyle>
            <a:lvl1pPr>
              <a:defRPr/>
            </a:lvl1pPr>
          </a:lstStyle>
          <a:p>
            <a:pPr lvl="0"/>
            <a:fld id="{CE3A51A0-0483-461E-BB95-65645A4416E5}" type="slidenum">
              <a:t>‹#›</a:t>
            </a:fld>
            <a:endParaRPr lang="en-US"/>
          </a:p>
        </p:txBody>
      </p:sp>
      <p:sp>
        <p:nvSpPr>
          <p:cNvPr id="6" name="Marcador de Posição de Conteúdo 6"/>
          <p:cNvSpPr txBox="1">
            <a:spLocks noGrp="1"/>
          </p:cNvSpPr>
          <p:nvPr>
            <p:ph idx="4294967295"/>
          </p:nvPr>
        </p:nvSpPr>
        <p:spPr>
          <a:xfrm>
            <a:off x="6190488" y="2740228"/>
            <a:ext cx="5906639" cy="4096512"/>
          </a:xfrm>
        </p:spPr>
        <p:txBody>
          <a:bodyPr anchor="b"/>
          <a:lstStyle>
            <a:lvl1pPr marL="342900" indent="-342900">
              <a:buSzPct val="100000"/>
              <a:buFont typeface="Neue Haas Grotesk Text Pro"/>
              <a:buAutoNum type="arabicPeriod"/>
              <a:defRPr/>
            </a:lvl1pPr>
            <a:lvl2pPr marL="571500" indent="-342900">
              <a:buSzPct val="100000"/>
              <a:buFont typeface="Neue Haas Grotesk Text Pro"/>
              <a:buAutoNum type="arabicPeriod"/>
              <a:defRPr/>
            </a:lvl2pPr>
            <a:lvl3pPr marL="800100" indent="-342900">
              <a:buSzPct val="100000"/>
              <a:buFont typeface="Neue Haas Grotesk Text Pro"/>
              <a:buAutoNum type="arabicPeriod"/>
              <a:defRPr/>
            </a:lvl3pPr>
            <a:lvl4pPr marL="1028700" indent="-342900">
              <a:buSzPct val="100000"/>
              <a:buFont typeface="Neue Haas Grotesk Text Pro"/>
              <a:buAutoNum type="arabicPeriod"/>
              <a:defRPr/>
            </a:lvl4pPr>
            <a:lvl5pPr marL="1257300" indent="-342900">
              <a:buSzPct val="100000"/>
              <a:buFont typeface="Neue Haas Grotesk Text Pro"/>
              <a:buAutoNum type="arabicPeriod"/>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36066876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com Imagem 2">
    <p:spTree>
      <p:nvGrpSpPr>
        <p:cNvPr id="1" name=""/>
        <p:cNvGrpSpPr/>
        <p:nvPr/>
      </p:nvGrpSpPr>
      <p:grpSpPr>
        <a:xfrm>
          <a:off x="0" y="0"/>
          <a:ext cx="0" cy="0"/>
          <a:chOff x="0" y="0"/>
          <a:chExt cx="0" cy="0"/>
        </a:xfrm>
      </p:grpSpPr>
      <p:sp>
        <p:nvSpPr>
          <p:cNvPr id="2" name="Título 1"/>
          <p:cNvSpPr txBox="1">
            <a:spLocks noGrp="1"/>
          </p:cNvSpPr>
          <p:nvPr>
            <p:ph type="title"/>
          </p:nvPr>
        </p:nvSpPr>
        <p:spPr>
          <a:xfrm>
            <a:off x="-18288" y="82296"/>
            <a:ext cx="7534381" cy="3513097"/>
          </a:xfrm>
        </p:spPr>
        <p:txBody>
          <a:bodyPr>
            <a:noAutofit/>
          </a:bodyPr>
          <a:lstStyle>
            <a:lvl1pPr>
              <a:defRPr/>
            </a:lvl1pPr>
          </a:lstStyle>
          <a:p>
            <a:pPr lvl="0"/>
            <a:r>
              <a:rPr lang="pt-PT"/>
              <a:t>Clique para editar o estilo do título do Modelo Global</a:t>
            </a:r>
          </a:p>
        </p:txBody>
      </p:sp>
      <p:sp>
        <p:nvSpPr>
          <p:cNvPr id="3" name="Marcador de Posição de Conteúdo 6"/>
          <p:cNvSpPr txBox="1">
            <a:spLocks noGrp="1"/>
          </p:cNvSpPr>
          <p:nvPr>
            <p:ph idx="4294967295"/>
          </p:nvPr>
        </p:nvSpPr>
        <p:spPr>
          <a:xfrm>
            <a:off x="3476119" y="4017187"/>
            <a:ext cx="4063657" cy="2814212"/>
          </a:xfrm>
        </p:spPr>
        <p:txBody>
          <a:bodyPr anchor="b"/>
          <a:lstStyle>
            <a:lvl1pPr marL="342900" indent="-342900" algn="r">
              <a:buSzPct val="100000"/>
              <a:buFont typeface="Neue Haas Grotesk Text Pro"/>
              <a:buAutoNum type="arabicPeriod"/>
              <a:defRPr/>
            </a:lvl1pPr>
            <a:lvl2pPr marL="571500" indent="-342900" algn="r">
              <a:buSzPct val="100000"/>
              <a:buFont typeface="Neue Haas Grotesk Text Pro"/>
              <a:buAutoNum type="arabicPeriod"/>
              <a:defRPr/>
            </a:lvl2pPr>
            <a:lvl3pPr marL="800100" indent="-342900" algn="r">
              <a:buSzPct val="100000"/>
              <a:buFont typeface="Neue Haas Grotesk Text Pro"/>
              <a:buAutoNum type="arabicPeriod"/>
              <a:defRPr/>
            </a:lvl3pPr>
            <a:lvl4pPr marL="1028700" indent="-342900" algn="r">
              <a:buSzPct val="100000"/>
              <a:buFont typeface="Neue Haas Grotesk Text Pro"/>
              <a:buAutoNum type="arabicPeriod"/>
              <a:defRPr/>
            </a:lvl4pPr>
            <a:lvl5pPr marL="1257300" indent="-342900" algn="r">
              <a:buSzPct val="100000"/>
              <a:buFont typeface="Neue Haas Grotesk Text Pro"/>
              <a:buAutoNum type="arabicPeriod"/>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txBox="1">
            <a:spLocks noGrp="1"/>
          </p:cNvSpPr>
          <p:nvPr>
            <p:ph type="ftr" sz="quarter" idx="9"/>
          </p:nvPr>
        </p:nvSpPr>
        <p:spPr>
          <a:xfrm>
            <a:off x="7704944" y="118817"/>
            <a:ext cx="3779919" cy="365129"/>
          </a:xfrm>
        </p:spPr>
        <p:txBody>
          <a:bodyPr/>
          <a:lstStyle>
            <a:lvl1pPr>
              <a:defRPr/>
            </a:lvl1pPr>
          </a:lstStyle>
          <a:p>
            <a:pPr lvl="0"/>
            <a:r>
              <a:rPr lang="pt-PT"/>
              <a:t>Texto de rodapé de exemplo</a:t>
            </a:r>
          </a:p>
        </p:txBody>
      </p:sp>
      <p:sp>
        <p:nvSpPr>
          <p:cNvPr id="5" name="Marcador de Posição do Número do Diapositivo 4"/>
          <p:cNvSpPr txBox="1">
            <a:spLocks noGrp="1"/>
          </p:cNvSpPr>
          <p:nvPr>
            <p:ph type="sldNum" sz="quarter" idx="8"/>
          </p:nvPr>
        </p:nvSpPr>
        <p:spPr/>
        <p:txBody>
          <a:bodyPr/>
          <a:lstStyle>
            <a:lvl1pPr>
              <a:defRPr/>
            </a:lvl1pPr>
          </a:lstStyle>
          <a:p>
            <a:pPr lvl="0"/>
            <a:fld id="{6BFFE78E-E6EC-439D-9FE8-34DD40442C3A}" type="slidenum">
              <a:t>‹#›</a:t>
            </a:fld>
            <a:endParaRPr lang="en-US"/>
          </a:p>
        </p:txBody>
      </p:sp>
      <p:sp>
        <p:nvSpPr>
          <p:cNvPr id="6" name="Marcador de Posição da Imagem 10"/>
          <p:cNvSpPr txBox="1">
            <a:spLocks noGrp="1"/>
          </p:cNvSpPr>
          <p:nvPr>
            <p:ph type="pic" idx="4294967295"/>
          </p:nvPr>
        </p:nvSpPr>
        <p:spPr>
          <a:xfrm>
            <a:off x="7772400" y="989353"/>
            <a:ext cx="4284028" cy="5789587"/>
          </a:xfrm>
          <a:blipFill>
            <a:blip r:embed="rId2">
              <a:alphaModFix amt="70000"/>
            </a:blip>
            <a:stretch>
              <a:fillRect/>
            </a:stretch>
          </a:blipFill>
        </p:spPr>
        <p:txBody>
          <a:bodyPr/>
          <a:lstStyle>
            <a:lvl1pPr>
              <a:defRPr/>
            </a:lvl1pPr>
          </a:lstStyle>
          <a:p>
            <a:pPr lvl="0"/>
            <a:r>
              <a:rPr lang="pt-PT"/>
              <a:t> </a:t>
            </a:r>
          </a:p>
        </p:txBody>
      </p:sp>
      <p:pic>
        <p:nvPicPr>
          <p:cNvPr id="7" name="Gráfico 5"/>
          <p:cNvPicPr>
            <a:picLocks noChangeAspect="1"/>
          </p:cNvPicPr>
          <p:nvPr/>
        </p:nvPicPr>
        <p:blipFill>
          <a:blip r:embed="rId3"/>
          <a:stretch>
            <a:fillRect/>
          </a:stretch>
        </p:blipFill>
        <p:spPr>
          <a:xfrm>
            <a:off x="103208" y="6047420"/>
            <a:ext cx="731520" cy="731520"/>
          </a:xfrm>
          <a:prstGeom prst="rect">
            <a:avLst/>
          </a:prstGeom>
          <a:noFill/>
          <a:ln cap="flat">
            <a:noFill/>
          </a:ln>
        </p:spPr>
      </p:pic>
    </p:spTree>
    <p:extLst>
      <p:ext uri="{BB962C8B-B14F-4D97-AF65-F5344CB8AC3E}">
        <p14:creationId xmlns:p14="http://schemas.microsoft.com/office/powerpoint/2010/main" val="1866661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údo 2">
    <p:spTree>
      <p:nvGrpSpPr>
        <p:cNvPr id="1" name=""/>
        <p:cNvGrpSpPr/>
        <p:nvPr/>
      </p:nvGrpSpPr>
      <p:grpSpPr>
        <a:xfrm>
          <a:off x="0" y="0"/>
          <a:ext cx="0" cy="0"/>
          <a:chOff x="0" y="0"/>
          <a:chExt cx="0" cy="0"/>
        </a:xfrm>
      </p:grpSpPr>
      <p:sp>
        <p:nvSpPr>
          <p:cNvPr id="2" name="Título 1"/>
          <p:cNvSpPr txBox="1">
            <a:spLocks noGrp="1"/>
          </p:cNvSpPr>
          <p:nvPr>
            <p:ph type="title"/>
          </p:nvPr>
        </p:nvSpPr>
        <p:spPr>
          <a:xfrm>
            <a:off x="-18288" y="82296"/>
            <a:ext cx="4390519" cy="2418149"/>
          </a:xfrm>
        </p:spPr>
        <p:txBody>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0" y="4373730"/>
            <a:ext cx="4389120" cy="2459736"/>
          </a:xfrm>
        </p:spPr>
        <p:txBody>
          <a:bodyPr anchor="b"/>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6"/>
          <p:cNvSpPr txBox="1">
            <a:spLocks noGrp="1"/>
          </p:cNvSpPr>
          <p:nvPr>
            <p:ph type="ftr" sz="quarter" idx="9"/>
          </p:nvPr>
        </p:nvSpPr>
        <p:spPr>
          <a:xfrm>
            <a:off x="6190488" y="110368"/>
            <a:ext cx="5358237" cy="365129"/>
          </a:xfrm>
        </p:spPr>
        <p:txBody>
          <a:bodyPr/>
          <a:lstStyle>
            <a:lvl1pPr>
              <a:defRPr/>
            </a:lvl1pPr>
          </a:lstStyle>
          <a:p>
            <a:pPr lvl="0"/>
            <a:r>
              <a:rPr lang="pt-PT"/>
              <a:t>Texto de rodapé de exemplo</a:t>
            </a:r>
          </a:p>
        </p:txBody>
      </p:sp>
      <p:sp>
        <p:nvSpPr>
          <p:cNvPr id="5" name="Marcador de Posição do Número do Diapositivo 8"/>
          <p:cNvSpPr txBox="1">
            <a:spLocks noGrp="1"/>
          </p:cNvSpPr>
          <p:nvPr>
            <p:ph type="sldNum" sz="quarter" idx="8"/>
          </p:nvPr>
        </p:nvSpPr>
        <p:spPr/>
        <p:txBody>
          <a:bodyPr/>
          <a:lstStyle>
            <a:lvl1pPr>
              <a:defRPr/>
            </a:lvl1pPr>
          </a:lstStyle>
          <a:p>
            <a:pPr lvl="0"/>
            <a:fld id="{818674BE-7640-48D3-827C-5256A5E86BD0}" type="slidenum">
              <a:t>‹#›</a:t>
            </a:fld>
            <a:endParaRPr lang="en-US"/>
          </a:p>
        </p:txBody>
      </p:sp>
      <p:sp>
        <p:nvSpPr>
          <p:cNvPr id="6" name="Marcador de Posição da Data 2"/>
          <p:cNvSpPr txBox="1">
            <a:spLocks noGrp="1"/>
          </p:cNvSpPr>
          <p:nvPr>
            <p:ph type="dt" sz="half" idx="7"/>
          </p:nvPr>
        </p:nvSpPr>
        <p:spPr>
          <a:xfrm>
            <a:off x="6190488" y="6468346"/>
            <a:ext cx="2899855" cy="365129"/>
          </a:xfrm>
        </p:spPr>
        <p:txBody>
          <a:bodyPr anchor="b"/>
          <a:lstStyle>
            <a:lvl1pPr>
              <a:defRPr/>
            </a:lvl1pPr>
          </a:lstStyle>
          <a:p>
            <a:pPr lvl="0"/>
            <a:endParaRPr lang="en-US"/>
          </a:p>
        </p:txBody>
      </p:sp>
      <p:sp>
        <p:nvSpPr>
          <p:cNvPr id="7" name="Oval 3"/>
          <p:cNvSpPr/>
          <p:nvPr/>
        </p:nvSpPr>
        <p:spPr>
          <a:xfrm>
            <a:off x="8540139" y="3189728"/>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Tree>
    <p:extLst>
      <p:ext uri="{BB962C8B-B14F-4D97-AF65-F5344CB8AC3E}">
        <p14:creationId xmlns:p14="http://schemas.microsoft.com/office/powerpoint/2010/main" val="26966146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údo 3">
    <p:spTree>
      <p:nvGrpSpPr>
        <p:cNvPr id="1" name=""/>
        <p:cNvGrpSpPr/>
        <p:nvPr/>
      </p:nvGrpSpPr>
      <p:grpSpPr>
        <a:xfrm>
          <a:off x="0" y="0"/>
          <a:ext cx="0" cy="0"/>
          <a:chOff x="0" y="0"/>
          <a:chExt cx="0" cy="0"/>
        </a:xfrm>
      </p:grpSpPr>
      <p:sp>
        <p:nvSpPr>
          <p:cNvPr id="2" name="Título 1"/>
          <p:cNvSpPr txBox="1">
            <a:spLocks noGrp="1"/>
          </p:cNvSpPr>
          <p:nvPr>
            <p:ph type="title"/>
          </p:nvPr>
        </p:nvSpPr>
        <p:spPr>
          <a:xfrm>
            <a:off x="539642" y="987552"/>
            <a:ext cx="5366476" cy="4044510"/>
          </a:xfrm>
        </p:spPr>
        <p:txBody>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532153" y="100702"/>
            <a:ext cx="5366476"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6190488" y="100702"/>
            <a:ext cx="2940445"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105735" y="100702"/>
            <a:ext cx="429210" cy="365129"/>
          </a:xfrm>
        </p:spPr>
        <p:txBody>
          <a:bodyPr/>
          <a:lstStyle>
            <a:lvl1pPr>
              <a:defRPr/>
            </a:lvl1pPr>
          </a:lstStyle>
          <a:p>
            <a:pPr lvl="0"/>
            <a:fld id="{AD4FDC2A-12A6-45B0-81CE-B5F6E536BD56}" type="slidenum">
              <a:t>‹#›</a:t>
            </a:fld>
            <a:endParaRPr lang="en-US"/>
          </a:p>
        </p:txBody>
      </p:sp>
      <p:sp>
        <p:nvSpPr>
          <p:cNvPr id="6" name="Marcador de Posição de Conteúdo 7"/>
          <p:cNvSpPr txBox="1">
            <a:spLocks noGrp="1"/>
          </p:cNvSpPr>
          <p:nvPr>
            <p:ph idx="4294967295"/>
          </p:nvPr>
        </p:nvSpPr>
        <p:spPr>
          <a:xfrm>
            <a:off x="6190488" y="969264"/>
            <a:ext cx="5340096" cy="4041648"/>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330917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údo 4">
    <p:spTree>
      <p:nvGrpSpPr>
        <p:cNvPr id="1" name=""/>
        <p:cNvGrpSpPr/>
        <p:nvPr/>
      </p:nvGrpSpPr>
      <p:grpSpPr>
        <a:xfrm>
          <a:off x="0" y="0"/>
          <a:ext cx="0" cy="0"/>
          <a:chOff x="0" y="0"/>
          <a:chExt cx="0" cy="0"/>
        </a:xfrm>
      </p:grpSpPr>
      <p:sp>
        <p:nvSpPr>
          <p:cNvPr id="2" name="Título 1"/>
          <p:cNvSpPr txBox="1">
            <a:spLocks noGrp="1"/>
          </p:cNvSpPr>
          <p:nvPr>
            <p:ph type="title"/>
          </p:nvPr>
        </p:nvSpPr>
        <p:spPr>
          <a:xfrm>
            <a:off x="539642" y="987552"/>
            <a:ext cx="5366476" cy="4044510"/>
          </a:xfrm>
        </p:spPr>
        <p:txBody>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532153" y="100702"/>
            <a:ext cx="5366476"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6190488" y="100702"/>
            <a:ext cx="2940445"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105735" y="100702"/>
            <a:ext cx="429210" cy="365129"/>
          </a:xfrm>
        </p:spPr>
        <p:txBody>
          <a:bodyPr/>
          <a:lstStyle>
            <a:lvl1pPr>
              <a:defRPr/>
            </a:lvl1pPr>
          </a:lstStyle>
          <a:p>
            <a:pPr lvl="0"/>
            <a:fld id="{82774C99-9FDB-4671-9650-77452F0CE24E}" type="slidenum">
              <a:t>‹#›</a:t>
            </a:fld>
            <a:endParaRPr lang="en-US"/>
          </a:p>
        </p:txBody>
      </p:sp>
      <p:sp>
        <p:nvSpPr>
          <p:cNvPr id="6" name="Marcador de Posição de Conteúdo 7"/>
          <p:cNvSpPr txBox="1">
            <a:spLocks noGrp="1"/>
          </p:cNvSpPr>
          <p:nvPr>
            <p:ph idx="4294967295"/>
          </p:nvPr>
        </p:nvSpPr>
        <p:spPr>
          <a:xfrm>
            <a:off x="6190488" y="969264"/>
            <a:ext cx="5336749" cy="4818065"/>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3549665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údo 5">
    <p:spTree>
      <p:nvGrpSpPr>
        <p:cNvPr id="1" name=""/>
        <p:cNvGrpSpPr/>
        <p:nvPr/>
      </p:nvGrpSpPr>
      <p:grpSpPr>
        <a:xfrm>
          <a:off x="0" y="0"/>
          <a:ext cx="0" cy="0"/>
          <a:chOff x="0" y="0"/>
          <a:chExt cx="0" cy="0"/>
        </a:xfrm>
      </p:grpSpPr>
      <p:sp>
        <p:nvSpPr>
          <p:cNvPr id="2" name="Título 1"/>
          <p:cNvSpPr txBox="1">
            <a:spLocks noGrp="1"/>
          </p:cNvSpPr>
          <p:nvPr>
            <p:ph type="title"/>
          </p:nvPr>
        </p:nvSpPr>
        <p:spPr>
          <a:xfrm>
            <a:off x="539496" y="987552"/>
            <a:ext cx="5366476" cy="4044510"/>
          </a:xfrm>
        </p:spPr>
        <p:txBody>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532153" y="100702"/>
            <a:ext cx="5366476"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6190488" y="100702"/>
            <a:ext cx="2940445"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105735" y="100702"/>
            <a:ext cx="429210" cy="365129"/>
          </a:xfrm>
        </p:spPr>
        <p:txBody>
          <a:bodyPr/>
          <a:lstStyle>
            <a:lvl1pPr>
              <a:defRPr/>
            </a:lvl1pPr>
          </a:lstStyle>
          <a:p>
            <a:pPr lvl="0"/>
            <a:fld id="{9DEAE7BA-9F38-4BED-BB09-7F7FA5673466}" type="slidenum">
              <a:t>‹#›</a:t>
            </a:fld>
            <a:endParaRPr lang="en-US"/>
          </a:p>
        </p:txBody>
      </p:sp>
      <p:sp>
        <p:nvSpPr>
          <p:cNvPr id="6" name="Marcador de Posição de Conteúdo 7"/>
          <p:cNvSpPr txBox="1">
            <a:spLocks noGrp="1"/>
          </p:cNvSpPr>
          <p:nvPr>
            <p:ph idx="4294967295"/>
          </p:nvPr>
        </p:nvSpPr>
        <p:spPr>
          <a:xfrm>
            <a:off x="6190488" y="969264"/>
            <a:ext cx="5366476" cy="571587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3466300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údo 6">
    <p:spTree>
      <p:nvGrpSpPr>
        <p:cNvPr id="1" name=""/>
        <p:cNvGrpSpPr/>
        <p:nvPr/>
      </p:nvGrpSpPr>
      <p:grpSpPr>
        <a:xfrm>
          <a:off x="0" y="0"/>
          <a:ext cx="0" cy="0"/>
          <a:chOff x="0" y="0"/>
          <a:chExt cx="0" cy="0"/>
        </a:xfrm>
      </p:grpSpPr>
      <p:sp>
        <p:nvSpPr>
          <p:cNvPr id="2" name="Título 1"/>
          <p:cNvSpPr txBox="1">
            <a:spLocks noGrp="1"/>
          </p:cNvSpPr>
          <p:nvPr>
            <p:ph type="title"/>
          </p:nvPr>
        </p:nvSpPr>
        <p:spPr>
          <a:xfrm>
            <a:off x="539496" y="988978"/>
            <a:ext cx="3462878" cy="2942420"/>
          </a:xfrm>
        </p:spPr>
        <p:txBody>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532153" y="100702"/>
            <a:ext cx="3470221"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4317165" y="100702"/>
            <a:ext cx="2940445"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105735" y="100702"/>
            <a:ext cx="429210" cy="365129"/>
          </a:xfrm>
        </p:spPr>
        <p:txBody>
          <a:bodyPr/>
          <a:lstStyle>
            <a:lvl1pPr>
              <a:defRPr/>
            </a:lvl1pPr>
          </a:lstStyle>
          <a:p>
            <a:pPr lvl="0"/>
            <a:fld id="{4EFD2363-847D-41CA-B6B1-FFD93EC75F69}" type="slidenum">
              <a:t>‹#›</a:t>
            </a:fld>
            <a:endParaRPr lang="en-US"/>
          </a:p>
        </p:txBody>
      </p:sp>
      <p:sp>
        <p:nvSpPr>
          <p:cNvPr id="6" name="Marcador de Posição de Conteúdo 7"/>
          <p:cNvSpPr txBox="1">
            <a:spLocks noGrp="1"/>
          </p:cNvSpPr>
          <p:nvPr>
            <p:ph idx="4294967295"/>
          </p:nvPr>
        </p:nvSpPr>
        <p:spPr>
          <a:xfrm>
            <a:off x="4317165" y="967691"/>
            <a:ext cx="7217770" cy="5237171"/>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1191612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údo com Imagem">
    <p:spTree>
      <p:nvGrpSpPr>
        <p:cNvPr id="1" name=""/>
        <p:cNvGrpSpPr/>
        <p:nvPr/>
      </p:nvGrpSpPr>
      <p:grpSpPr>
        <a:xfrm>
          <a:off x="0" y="0"/>
          <a:ext cx="0" cy="0"/>
          <a:chOff x="0" y="0"/>
          <a:chExt cx="0" cy="0"/>
        </a:xfrm>
      </p:grpSpPr>
      <p:sp>
        <p:nvSpPr>
          <p:cNvPr id="2" name="Título 1"/>
          <p:cNvSpPr txBox="1">
            <a:spLocks noGrp="1"/>
          </p:cNvSpPr>
          <p:nvPr>
            <p:ph type="title"/>
          </p:nvPr>
        </p:nvSpPr>
        <p:spPr>
          <a:xfrm>
            <a:off x="5045805" y="612135"/>
            <a:ext cx="6499655" cy="1519613"/>
          </a:xfrm>
        </p:spPr>
        <p:txBody>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0" y="0"/>
            <a:ext cx="4804010"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5104125" y="2457404"/>
            <a:ext cx="6441335" cy="377897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5104125" y="6452993"/>
            <a:ext cx="1968374" cy="36512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11116251" y="6452984"/>
            <a:ext cx="429210" cy="365129"/>
          </a:xfrm>
        </p:spPr>
        <p:txBody>
          <a:bodyPr anchor="b"/>
          <a:lstStyle>
            <a:lvl1pPr>
              <a:defRPr/>
            </a:lvl1pPr>
          </a:lstStyle>
          <a:p>
            <a:pPr lvl="0"/>
            <a:fld id="{7B1F053B-EC6E-4CC8-B66D-08C8964FA45E}" type="slidenum">
              <a:t>‹#›</a:t>
            </a:fld>
            <a:endParaRPr lang="en-US"/>
          </a:p>
        </p:txBody>
      </p:sp>
    </p:spTree>
    <p:extLst>
      <p:ext uri="{BB962C8B-B14F-4D97-AF65-F5344CB8AC3E}">
        <p14:creationId xmlns:p14="http://schemas.microsoft.com/office/powerpoint/2010/main" val="1315804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údo com Imagem 2">
    <p:spTree>
      <p:nvGrpSpPr>
        <p:cNvPr id="1" name=""/>
        <p:cNvGrpSpPr/>
        <p:nvPr/>
      </p:nvGrpSpPr>
      <p:grpSpPr>
        <a:xfrm>
          <a:off x="0" y="0"/>
          <a:ext cx="0" cy="0"/>
          <a:chOff x="0" y="0"/>
          <a:chExt cx="0" cy="0"/>
        </a:xfrm>
      </p:grpSpPr>
      <p:sp>
        <p:nvSpPr>
          <p:cNvPr id="2" name="Título 1"/>
          <p:cNvSpPr txBox="1">
            <a:spLocks noGrp="1"/>
          </p:cNvSpPr>
          <p:nvPr>
            <p:ph type="title"/>
          </p:nvPr>
        </p:nvSpPr>
        <p:spPr>
          <a:xfrm>
            <a:off x="515273" y="623090"/>
            <a:ext cx="5794040" cy="1519613"/>
          </a:xfrm>
        </p:spPr>
        <p:txBody>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33561" y="2459736"/>
            <a:ext cx="5745659" cy="377897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6525633" y="0"/>
            <a:ext cx="5666372" cy="6858000"/>
          </a:xfrm>
          <a:blipFill>
            <a:blip r:embed="rId2">
              <a:alphaModFix amt="70000"/>
            </a:blip>
            <a:stretch>
              <a:fillRect/>
            </a:stretch>
          </a:blipFill>
        </p:spPr>
        <p:txBody>
          <a:bodyPr/>
          <a:lstStyle>
            <a:lvl1pPr>
              <a:defRPr/>
            </a:lvl1pPr>
          </a:lstStyle>
          <a:p>
            <a:pPr lvl="0"/>
            <a:r>
              <a:rPr lang="pt-PT"/>
              <a:t> </a:t>
            </a:r>
          </a:p>
        </p:txBody>
      </p:sp>
      <p:sp>
        <p:nvSpPr>
          <p:cNvPr id="5" name="Marcador de Posição do Rodapé 8"/>
          <p:cNvSpPr txBox="1">
            <a:spLocks noGrp="1"/>
          </p:cNvSpPr>
          <p:nvPr>
            <p:ph type="ftr" sz="quarter" idx="9"/>
          </p:nvPr>
        </p:nvSpPr>
        <p:spPr>
          <a:xfrm>
            <a:off x="533561" y="6441426"/>
            <a:ext cx="1968374" cy="365129"/>
          </a:xfrm>
        </p:spPr>
        <p:txBody>
          <a:bodyPr anchor="b"/>
          <a:lstStyle>
            <a:lvl1pPr>
              <a:defRPr/>
            </a:lvl1pPr>
          </a:lstStyle>
          <a:p>
            <a:pPr lvl="0"/>
            <a:r>
              <a:rPr lang="pt-PT"/>
              <a:t>Texto de rodapé de exemplo</a:t>
            </a:r>
          </a:p>
        </p:txBody>
      </p:sp>
      <p:sp>
        <p:nvSpPr>
          <p:cNvPr id="6" name="Marcador de Posição da Data 2"/>
          <p:cNvSpPr txBox="1">
            <a:spLocks noGrp="1"/>
          </p:cNvSpPr>
          <p:nvPr>
            <p:ph type="dt" sz="half" idx="7"/>
          </p:nvPr>
        </p:nvSpPr>
        <p:spPr>
          <a:xfrm>
            <a:off x="3365787" y="6455627"/>
            <a:ext cx="2295994" cy="365129"/>
          </a:xfrm>
        </p:spPr>
        <p:txBody>
          <a:bodyPr anchor="b"/>
          <a:lstStyle>
            <a:lvl1pPr>
              <a:defRPr/>
            </a:lvl1pPr>
          </a:lstStyle>
          <a:p>
            <a:pPr lvl="0"/>
            <a:endParaRPr lang="en-US"/>
          </a:p>
        </p:txBody>
      </p:sp>
      <p:sp>
        <p:nvSpPr>
          <p:cNvPr id="7" name="Marcador de Posição do Número do Diapositivo 9"/>
          <p:cNvSpPr txBox="1">
            <a:spLocks noGrp="1"/>
          </p:cNvSpPr>
          <p:nvPr>
            <p:ph type="sldNum" sz="quarter" idx="8"/>
          </p:nvPr>
        </p:nvSpPr>
        <p:spPr>
          <a:xfrm>
            <a:off x="5880113" y="6456166"/>
            <a:ext cx="429210" cy="365129"/>
          </a:xfrm>
        </p:spPr>
        <p:txBody>
          <a:bodyPr anchor="b"/>
          <a:lstStyle>
            <a:lvl1pPr>
              <a:defRPr/>
            </a:lvl1pPr>
          </a:lstStyle>
          <a:p>
            <a:pPr lvl="0"/>
            <a:fld id="{205B4702-C993-436F-8AE0-CB7806CF6C33}" type="slidenum">
              <a:t>‹#›</a:t>
            </a:fld>
            <a:endParaRPr lang="en-US"/>
          </a:p>
        </p:txBody>
      </p:sp>
    </p:spTree>
    <p:extLst>
      <p:ext uri="{BB962C8B-B14F-4D97-AF65-F5344CB8AC3E}">
        <p14:creationId xmlns:p14="http://schemas.microsoft.com/office/powerpoint/2010/main" val="2363791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údo com Imagem 3">
    <p:spTree>
      <p:nvGrpSpPr>
        <p:cNvPr id="1" name=""/>
        <p:cNvGrpSpPr/>
        <p:nvPr/>
      </p:nvGrpSpPr>
      <p:grpSpPr>
        <a:xfrm>
          <a:off x="0" y="0"/>
          <a:ext cx="0" cy="0"/>
          <a:chOff x="0" y="0"/>
          <a:chExt cx="0" cy="0"/>
        </a:xfrm>
      </p:grpSpPr>
      <p:sp>
        <p:nvSpPr>
          <p:cNvPr id="2" name="Título 1"/>
          <p:cNvSpPr txBox="1">
            <a:spLocks noGrp="1"/>
          </p:cNvSpPr>
          <p:nvPr>
            <p:ph type="title"/>
          </p:nvPr>
        </p:nvSpPr>
        <p:spPr>
          <a:xfrm>
            <a:off x="4281796" y="621792"/>
            <a:ext cx="7252709" cy="1138766"/>
          </a:xfrm>
        </p:spPr>
        <p:txBody>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0" y="0"/>
            <a:ext cx="4023360"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4309091" y="2115400"/>
            <a:ext cx="7225415" cy="4212924"/>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4281796" y="6492870"/>
            <a:ext cx="1968374" cy="365129"/>
          </a:xfrm>
        </p:spPr>
        <p:txBody>
          <a:bodyPr anchor="b"/>
          <a:lstStyle>
            <a:lvl1pPr>
              <a:defRPr/>
            </a:lvl1pPr>
          </a:lstStyle>
          <a:p>
            <a:pPr lvl="0"/>
            <a:r>
              <a:rPr lang="pt-PT"/>
              <a:t>Texto de rodapé de exemplo</a:t>
            </a:r>
          </a:p>
        </p:txBody>
      </p:sp>
      <p:sp>
        <p:nvSpPr>
          <p:cNvPr id="6" name="Marcador de Posição da Data 2"/>
          <p:cNvSpPr txBox="1">
            <a:spLocks noGrp="1"/>
          </p:cNvSpPr>
          <p:nvPr>
            <p:ph type="dt" sz="half" idx="7"/>
          </p:nvPr>
        </p:nvSpPr>
        <p:spPr>
          <a:xfrm>
            <a:off x="9023902" y="6492870"/>
            <a:ext cx="1596204" cy="365129"/>
          </a:xfrm>
        </p:spPr>
        <p:txBody>
          <a:bodyPr anchor="b"/>
          <a:lstStyle>
            <a:lvl1pPr>
              <a:defRPr/>
            </a:lvl1pPr>
          </a:lstStyle>
          <a:p>
            <a:pPr lvl="0"/>
            <a:endParaRPr lang="en-US"/>
          </a:p>
        </p:txBody>
      </p:sp>
      <p:sp>
        <p:nvSpPr>
          <p:cNvPr id="7" name="Marcador de Posição do Número do Diapositivo 9"/>
          <p:cNvSpPr txBox="1">
            <a:spLocks noGrp="1"/>
          </p:cNvSpPr>
          <p:nvPr>
            <p:ph type="sldNum" sz="quarter" idx="8"/>
          </p:nvPr>
        </p:nvSpPr>
        <p:spPr>
          <a:xfrm>
            <a:off x="11105296" y="6492870"/>
            <a:ext cx="429210" cy="365129"/>
          </a:xfrm>
        </p:spPr>
        <p:txBody>
          <a:bodyPr anchor="b"/>
          <a:lstStyle>
            <a:lvl1pPr>
              <a:defRPr/>
            </a:lvl1pPr>
          </a:lstStyle>
          <a:p>
            <a:pPr lvl="0"/>
            <a:fld id="{FF12B651-F318-4335-8DD9-7ADD032648D6}" type="slidenum">
              <a:t>‹#›</a:t>
            </a:fld>
            <a:endParaRPr lang="en-US"/>
          </a:p>
        </p:txBody>
      </p:sp>
    </p:spTree>
    <p:extLst>
      <p:ext uri="{BB962C8B-B14F-4D97-AF65-F5344CB8AC3E}">
        <p14:creationId xmlns:p14="http://schemas.microsoft.com/office/powerpoint/2010/main" val="25664771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údo com Imagem 4">
    <p:spTree>
      <p:nvGrpSpPr>
        <p:cNvPr id="1" name=""/>
        <p:cNvGrpSpPr/>
        <p:nvPr/>
      </p:nvGrpSpPr>
      <p:grpSpPr>
        <a:xfrm>
          <a:off x="0" y="0"/>
          <a:ext cx="0" cy="0"/>
          <a:chOff x="0" y="0"/>
          <a:chExt cx="0" cy="0"/>
        </a:xfrm>
      </p:grpSpPr>
      <p:sp>
        <p:nvSpPr>
          <p:cNvPr id="2" name="Título 5"/>
          <p:cNvSpPr txBox="1">
            <a:spLocks noGrp="1"/>
          </p:cNvSpPr>
          <p:nvPr>
            <p:ph type="title"/>
          </p:nvPr>
        </p:nvSpPr>
        <p:spPr>
          <a:xfrm>
            <a:off x="542303" y="621792"/>
            <a:ext cx="7252709" cy="1138766"/>
          </a:xfrm>
        </p:spPr>
        <p:txBody>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69598" y="2115400"/>
            <a:ext cx="7225415" cy="4212924"/>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8168636" y="0"/>
            <a:ext cx="4023360" cy="6858000"/>
          </a:xfrm>
          <a:blipFill>
            <a:blip r:embed="rId2">
              <a:alphaModFix amt="70000"/>
            </a:blip>
            <a:stretch>
              <a:fillRect/>
            </a:stretch>
          </a:blipFill>
        </p:spPr>
        <p:txBody>
          <a:bodyPr/>
          <a:lstStyle>
            <a:lvl1pPr>
              <a:defRPr/>
            </a:lvl1pPr>
          </a:lstStyle>
          <a:p>
            <a:pPr lvl="0"/>
            <a:r>
              <a:rPr lang="pt-PT"/>
              <a:t> </a:t>
            </a:r>
          </a:p>
        </p:txBody>
      </p:sp>
      <p:sp>
        <p:nvSpPr>
          <p:cNvPr id="5" name="Marcador de Posição do Rodapé 2"/>
          <p:cNvSpPr txBox="1">
            <a:spLocks noGrp="1"/>
          </p:cNvSpPr>
          <p:nvPr>
            <p:ph type="ftr" sz="quarter" idx="9"/>
          </p:nvPr>
        </p:nvSpPr>
        <p:spPr>
          <a:xfrm>
            <a:off x="542303" y="6492870"/>
            <a:ext cx="1968374" cy="365129"/>
          </a:xfrm>
        </p:spPr>
        <p:txBody>
          <a:bodyPr/>
          <a:lstStyle>
            <a:lvl1pPr>
              <a:defRPr/>
            </a:lvl1pPr>
          </a:lstStyle>
          <a:p>
            <a:pPr lvl="0"/>
            <a:r>
              <a:rPr lang="pt-PT"/>
              <a:t>Texto de rodapé de exemplo</a:t>
            </a:r>
          </a:p>
        </p:txBody>
      </p:sp>
      <p:sp>
        <p:nvSpPr>
          <p:cNvPr id="6" name="Marcador de Posição da Data 1"/>
          <p:cNvSpPr txBox="1">
            <a:spLocks noGrp="1"/>
          </p:cNvSpPr>
          <p:nvPr>
            <p:ph type="dt" sz="half" idx="7"/>
          </p:nvPr>
        </p:nvSpPr>
        <p:spPr>
          <a:xfrm>
            <a:off x="5284418" y="6492870"/>
            <a:ext cx="1596204" cy="365129"/>
          </a:xfrm>
        </p:spPr>
        <p:txBody>
          <a:bodyPr/>
          <a:lstStyle>
            <a:lvl1pPr>
              <a:defRPr/>
            </a:lvl1pPr>
          </a:lstStyle>
          <a:p>
            <a:pPr lvl="0"/>
            <a:endParaRPr lang="en-US"/>
          </a:p>
        </p:txBody>
      </p:sp>
      <p:sp>
        <p:nvSpPr>
          <p:cNvPr id="7" name="Marcador de Posição do Número do Diapositivo 3"/>
          <p:cNvSpPr txBox="1">
            <a:spLocks noGrp="1"/>
          </p:cNvSpPr>
          <p:nvPr>
            <p:ph type="sldNum" sz="quarter" idx="8"/>
          </p:nvPr>
        </p:nvSpPr>
        <p:spPr>
          <a:xfrm>
            <a:off x="7365812" y="6492870"/>
            <a:ext cx="429210" cy="365129"/>
          </a:xfrm>
        </p:spPr>
        <p:txBody>
          <a:bodyPr/>
          <a:lstStyle>
            <a:lvl1pPr>
              <a:defRPr/>
            </a:lvl1pPr>
          </a:lstStyle>
          <a:p>
            <a:pPr lvl="0"/>
            <a:fld id="{DFFA7B6C-C26E-402C-AD63-B90B95B09D54}" type="slidenum">
              <a:t>‹#›</a:t>
            </a:fld>
            <a:endParaRPr lang="en-US"/>
          </a:p>
        </p:txBody>
      </p:sp>
    </p:spTree>
    <p:extLst>
      <p:ext uri="{BB962C8B-B14F-4D97-AF65-F5344CB8AC3E}">
        <p14:creationId xmlns:p14="http://schemas.microsoft.com/office/powerpoint/2010/main" val="267382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údo com Imagem 5">
    <p:spTree>
      <p:nvGrpSpPr>
        <p:cNvPr id="1" name=""/>
        <p:cNvGrpSpPr/>
        <p:nvPr/>
      </p:nvGrpSpPr>
      <p:grpSpPr>
        <a:xfrm>
          <a:off x="0" y="0"/>
          <a:ext cx="0" cy="0"/>
          <a:chOff x="0" y="0"/>
          <a:chExt cx="0" cy="0"/>
        </a:xfrm>
      </p:grpSpPr>
      <p:sp>
        <p:nvSpPr>
          <p:cNvPr id="2" name="Título 1"/>
          <p:cNvSpPr txBox="1">
            <a:spLocks noGrp="1"/>
          </p:cNvSpPr>
          <p:nvPr>
            <p:ph type="title"/>
          </p:nvPr>
        </p:nvSpPr>
        <p:spPr>
          <a:xfrm>
            <a:off x="6196084" y="621792"/>
            <a:ext cx="5326681" cy="1507452"/>
          </a:xfrm>
        </p:spPr>
        <p:txBody>
          <a:bodyPr/>
          <a:lstStyle>
            <a:lvl1pPr>
              <a:defRPr/>
            </a:lvl1pPr>
          </a:lstStyle>
          <a:p>
            <a:pPr lvl="0"/>
            <a:r>
              <a:rPr lang="pt-PT"/>
              <a:t>Clique para editar o estilo do título do Modelo Global</a:t>
            </a:r>
          </a:p>
        </p:txBody>
      </p:sp>
      <p:sp>
        <p:nvSpPr>
          <p:cNvPr id="3" name="Marcador de Posição da Imagem 7"/>
          <p:cNvSpPr txBox="1">
            <a:spLocks noGrp="1"/>
          </p:cNvSpPr>
          <p:nvPr>
            <p:ph type="pic" idx="4294967295"/>
          </p:nvPr>
        </p:nvSpPr>
        <p:spPr>
          <a:xfrm>
            <a:off x="0" y="0"/>
            <a:ext cx="5895831"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6196084" y="2498369"/>
            <a:ext cx="5364547" cy="358274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6196084" y="6450232"/>
            <a:ext cx="1968374" cy="36512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11131420" y="6464981"/>
            <a:ext cx="429210" cy="365129"/>
          </a:xfrm>
        </p:spPr>
        <p:txBody>
          <a:bodyPr anchor="b"/>
          <a:lstStyle>
            <a:lvl1pPr>
              <a:defRPr/>
            </a:lvl1pPr>
          </a:lstStyle>
          <a:p>
            <a:pPr lvl="0"/>
            <a:fld id="{C87A3311-4AAE-4638-A6D2-B0160DE7E652}" type="slidenum">
              <a:t>‹#›</a:t>
            </a:fld>
            <a:endParaRPr lang="en-US"/>
          </a:p>
        </p:txBody>
      </p:sp>
    </p:spTree>
    <p:extLst>
      <p:ext uri="{BB962C8B-B14F-4D97-AF65-F5344CB8AC3E}">
        <p14:creationId xmlns:p14="http://schemas.microsoft.com/office/powerpoint/2010/main" val="4204948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údo com Imagem 6">
    <p:spTree>
      <p:nvGrpSpPr>
        <p:cNvPr id="1" name=""/>
        <p:cNvGrpSpPr/>
        <p:nvPr/>
      </p:nvGrpSpPr>
      <p:grpSpPr>
        <a:xfrm>
          <a:off x="0" y="0"/>
          <a:ext cx="0" cy="0"/>
          <a:chOff x="0" y="0"/>
          <a:chExt cx="0" cy="0"/>
        </a:xfrm>
      </p:grpSpPr>
      <p:sp>
        <p:nvSpPr>
          <p:cNvPr id="2" name="Título 1"/>
          <p:cNvSpPr txBox="1">
            <a:spLocks noGrp="1"/>
          </p:cNvSpPr>
          <p:nvPr>
            <p:ph type="title"/>
          </p:nvPr>
        </p:nvSpPr>
        <p:spPr>
          <a:xfrm>
            <a:off x="518611" y="621792"/>
            <a:ext cx="5326681" cy="1507452"/>
          </a:xfrm>
        </p:spPr>
        <p:txBody>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18620" y="2513109"/>
            <a:ext cx="5326681" cy="356800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7"/>
          <p:cNvSpPr txBox="1">
            <a:spLocks noGrp="1"/>
          </p:cNvSpPr>
          <p:nvPr>
            <p:ph type="pic" idx="4294967295"/>
          </p:nvPr>
        </p:nvSpPr>
        <p:spPr>
          <a:xfrm>
            <a:off x="6308838" y="0"/>
            <a:ext cx="5883158" cy="6858000"/>
          </a:xfrm>
          <a:blipFill>
            <a:blip r:embed="rId2">
              <a:alphaModFix amt="70000"/>
            </a:blip>
            <a:stretch>
              <a:fillRect/>
            </a:stretch>
          </a:blipFill>
        </p:spPr>
        <p:txBody>
          <a:bodyPr/>
          <a:lstStyle>
            <a:lvl1pPr>
              <a:defRPr/>
            </a:lvl1pPr>
          </a:lstStyle>
          <a:p>
            <a:pPr lvl="0"/>
            <a:r>
              <a:rPr lang="pt-PT"/>
              <a:t> </a:t>
            </a:r>
          </a:p>
        </p:txBody>
      </p:sp>
      <p:sp>
        <p:nvSpPr>
          <p:cNvPr id="5" name="Marcador de Posição do Rodapé 8"/>
          <p:cNvSpPr txBox="1">
            <a:spLocks noGrp="1"/>
          </p:cNvSpPr>
          <p:nvPr>
            <p:ph type="ftr" sz="quarter" idx="9"/>
          </p:nvPr>
        </p:nvSpPr>
        <p:spPr>
          <a:xfrm>
            <a:off x="518611" y="6450232"/>
            <a:ext cx="1968374" cy="36512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5453957" y="6464981"/>
            <a:ext cx="429210" cy="365129"/>
          </a:xfrm>
        </p:spPr>
        <p:txBody>
          <a:bodyPr anchor="b"/>
          <a:lstStyle>
            <a:lvl1pPr>
              <a:defRPr/>
            </a:lvl1pPr>
          </a:lstStyle>
          <a:p>
            <a:pPr lvl="0"/>
            <a:fld id="{53827D57-9650-43AC-9A5D-91409B823874}" type="slidenum">
              <a:t>‹#›</a:t>
            </a:fld>
            <a:endParaRPr lang="en-US"/>
          </a:p>
        </p:txBody>
      </p:sp>
    </p:spTree>
    <p:extLst>
      <p:ext uri="{BB962C8B-B14F-4D97-AF65-F5344CB8AC3E}">
        <p14:creationId xmlns:p14="http://schemas.microsoft.com/office/powerpoint/2010/main" val="182350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údo com Imagem 7">
    <p:spTree>
      <p:nvGrpSpPr>
        <p:cNvPr id="1" name=""/>
        <p:cNvGrpSpPr/>
        <p:nvPr/>
      </p:nvGrpSpPr>
      <p:grpSpPr>
        <a:xfrm>
          <a:off x="0" y="0"/>
          <a:ext cx="0" cy="0"/>
          <a:chOff x="0" y="0"/>
          <a:chExt cx="0" cy="0"/>
        </a:xfrm>
      </p:grpSpPr>
      <p:sp>
        <p:nvSpPr>
          <p:cNvPr id="2" name="Título 1"/>
          <p:cNvSpPr txBox="1">
            <a:spLocks noGrp="1"/>
          </p:cNvSpPr>
          <p:nvPr>
            <p:ph type="title"/>
          </p:nvPr>
        </p:nvSpPr>
        <p:spPr>
          <a:xfrm>
            <a:off x="7097188" y="621792"/>
            <a:ext cx="4446873" cy="1867625"/>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0" y="0"/>
            <a:ext cx="6878473"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7122161" y="2890729"/>
            <a:ext cx="4449223" cy="3138440"/>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7093842" y="6430472"/>
            <a:ext cx="1968374" cy="37986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11142183" y="6430472"/>
            <a:ext cx="429210" cy="379869"/>
          </a:xfrm>
        </p:spPr>
        <p:txBody>
          <a:bodyPr anchor="b"/>
          <a:lstStyle>
            <a:lvl1pPr>
              <a:defRPr/>
            </a:lvl1pPr>
          </a:lstStyle>
          <a:p>
            <a:pPr lvl="0"/>
            <a:fld id="{AF0F5782-272C-473D-BCC9-FB938BA623FA}" type="slidenum">
              <a:t>‹#›</a:t>
            </a:fld>
            <a:endParaRPr lang="en-US"/>
          </a:p>
        </p:txBody>
      </p:sp>
    </p:spTree>
    <p:extLst>
      <p:ext uri="{BB962C8B-B14F-4D97-AF65-F5344CB8AC3E}">
        <p14:creationId xmlns:p14="http://schemas.microsoft.com/office/powerpoint/2010/main" val="79446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údo com Imagem 8">
    <p:spTree>
      <p:nvGrpSpPr>
        <p:cNvPr id="1" name=""/>
        <p:cNvGrpSpPr/>
        <p:nvPr/>
      </p:nvGrpSpPr>
      <p:grpSpPr>
        <a:xfrm>
          <a:off x="0" y="0"/>
          <a:ext cx="0" cy="0"/>
          <a:chOff x="0" y="0"/>
          <a:chExt cx="0" cy="0"/>
        </a:xfrm>
      </p:grpSpPr>
      <p:sp>
        <p:nvSpPr>
          <p:cNvPr id="2" name="Título 1"/>
          <p:cNvSpPr txBox="1">
            <a:spLocks noGrp="1"/>
          </p:cNvSpPr>
          <p:nvPr>
            <p:ph type="title"/>
          </p:nvPr>
        </p:nvSpPr>
        <p:spPr>
          <a:xfrm>
            <a:off x="518967" y="621792"/>
            <a:ext cx="4446873" cy="1867625"/>
          </a:xfrm>
        </p:spPr>
        <p:txBody>
          <a:bodyPr>
            <a:noAutofit/>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43939" y="2890729"/>
            <a:ext cx="4449223" cy="3138440"/>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5363568" y="0"/>
            <a:ext cx="6828428" cy="6858000"/>
          </a:xfrm>
          <a:blipFill>
            <a:blip r:embed="rId2">
              <a:alphaModFix amt="70000"/>
            </a:blip>
            <a:stretch>
              <a:fillRect/>
            </a:stretch>
          </a:blipFill>
        </p:spPr>
        <p:txBody>
          <a:bodyPr/>
          <a:lstStyle>
            <a:lvl1pPr>
              <a:defRPr/>
            </a:lvl1pPr>
          </a:lstStyle>
          <a:p>
            <a:pPr lvl="0"/>
            <a:r>
              <a:rPr lang="pt-PT"/>
              <a:t> </a:t>
            </a:r>
          </a:p>
        </p:txBody>
      </p:sp>
      <p:sp>
        <p:nvSpPr>
          <p:cNvPr id="5" name="Marcador de Posição do Rodapé 8"/>
          <p:cNvSpPr txBox="1">
            <a:spLocks noGrp="1"/>
          </p:cNvSpPr>
          <p:nvPr>
            <p:ph type="ftr" sz="quarter" idx="9"/>
          </p:nvPr>
        </p:nvSpPr>
        <p:spPr>
          <a:xfrm>
            <a:off x="515621" y="6430472"/>
            <a:ext cx="1968374" cy="37986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4563962" y="6430472"/>
            <a:ext cx="429210" cy="379869"/>
          </a:xfrm>
        </p:spPr>
        <p:txBody>
          <a:bodyPr anchor="b"/>
          <a:lstStyle>
            <a:lvl1pPr>
              <a:defRPr/>
            </a:lvl1pPr>
          </a:lstStyle>
          <a:p>
            <a:pPr lvl="0"/>
            <a:fld id="{4DCEEED5-F100-46C5-BD99-9AEFD990059A}" type="slidenum">
              <a:t>‹#›</a:t>
            </a:fld>
            <a:endParaRPr lang="en-US"/>
          </a:p>
        </p:txBody>
      </p:sp>
    </p:spTree>
    <p:extLst>
      <p:ext uri="{BB962C8B-B14F-4D97-AF65-F5344CB8AC3E}">
        <p14:creationId xmlns:p14="http://schemas.microsoft.com/office/powerpoint/2010/main" val="5952761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údo com Imagem 9">
    <p:spTree>
      <p:nvGrpSpPr>
        <p:cNvPr id="1" name=""/>
        <p:cNvGrpSpPr/>
        <p:nvPr/>
      </p:nvGrpSpPr>
      <p:grpSpPr>
        <a:xfrm>
          <a:off x="0" y="0"/>
          <a:ext cx="0" cy="0"/>
          <a:chOff x="0" y="0"/>
          <a:chExt cx="0" cy="0"/>
        </a:xfrm>
      </p:grpSpPr>
      <p:sp>
        <p:nvSpPr>
          <p:cNvPr id="2" name="Título 1"/>
          <p:cNvSpPr txBox="1">
            <a:spLocks noGrp="1"/>
          </p:cNvSpPr>
          <p:nvPr>
            <p:ph type="title"/>
          </p:nvPr>
        </p:nvSpPr>
        <p:spPr>
          <a:xfrm>
            <a:off x="7649733" y="621792"/>
            <a:ext cx="3884544" cy="2280504"/>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0" y="0"/>
            <a:ext cx="7260610" cy="6858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7687525" y="3211509"/>
            <a:ext cx="3884544" cy="2743200"/>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7649733" y="6456386"/>
            <a:ext cx="1968374" cy="37986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11134155" y="6456386"/>
            <a:ext cx="429210" cy="379869"/>
          </a:xfrm>
        </p:spPr>
        <p:txBody>
          <a:bodyPr anchor="b"/>
          <a:lstStyle>
            <a:lvl1pPr>
              <a:defRPr/>
            </a:lvl1pPr>
          </a:lstStyle>
          <a:p>
            <a:pPr lvl="0"/>
            <a:fld id="{CDE666EA-A1A2-44B8-A21B-8AE03775B253}" type="slidenum">
              <a:t>‹#›</a:t>
            </a:fld>
            <a:endParaRPr lang="en-US"/>
          </a:p>
        </p:txBody>
      </p:sp>
    </p:spTree>
    <p:extLst>
      <p:ext uri="{BB962C8B-B14F-4D97-AF65-F5344CB8AC3E}">
        <p14:creationId xmlns:p14="http://schemas.microsoft.com/office/powerpoint/2010/main" val="3223595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údo com Imagem 10">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21792"/>
            <a:ext cx="3884544" cy="2280504"/>
          </a:xfrm>
        </p:spPr>
        <p:txBody>
          <a:bodyPr>
            <a:noAutofit/>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30352" y="3209544"/>
            <a:ext cx="3884544" cy="2743200"/>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4954136" y="0"/>
            <a:ext cx="7237860" cy="6858000"/>
          </a:xfrm>
          <a:blipFill>
            <a:blip r:embed="rId2">
              <a:alphaModFix amt="70000"/>
            </a:blip>
            <a:stretch>
              <a:fillRect/>
            </a:stretch>
          </a:blipFill>
        </p:spPr>
        <p:txBody>
          <a:bodyPr/>
          <a:lstStyle>
            <a:lvl1pPr>
              <a:defRPr/>
            </a:lvl1pPr>
          </a:lstStyle>
          <a:p>
            <a:pPr lvl="0"/>
            <a:r>
              <a:rPr lang="pt-PT"/>
              <a:t> </a:t>
            </a:r>
          </a:p>
        </p:txBody>
      </p:sp>
      <p:sp>
        <p:nvSpPr>
          <p:cNvPr id="5" name="Marcador de Posição do Rodapé 8"/>
          <p:cNvSpPr txBox="1">
            <a:spLocks noGrp="1"/>
          </p:cNvSpPr>
          <p:nvPr>
            <p:ph type="ftr" sz="quarter" idx="9"/>
          </p:nvPr>
        </p:nvSpPr>
        <p:spPr>
          <a:xfrm>
            <a:off x="530352" y="6456386"/>
            <a:ext cx="1968374" cy="379869"/>
          </a:xfrm>
        </p:spPr>
        <p:txBody>
          <a:bodyPr anchor="b"/>
          <a:lstStyle>
            <a:lvl1pPr>
              <a:defRPr/>
            </a:lvl1pPr>
          </a:lstStyle>
          <a:p>
            <a:pPr lvl="0"/>
            <a:r>
              <a:rPr lang="pt-PT"/>
              <a:t>Texto de rodapé de exemplo</a:t>
            </a:r>
          </a:p>
        </p:txBody>
      </p:sp>
      <p:sp>
        <p:nvSpPr>
          <p:cNvPr id="6" name="Marcador de Posição do Número do Diapositivo 9"/>
          <p:cNvSpPr txBox="1">
            <a:spLocks noGrp="1"/>
          </p:cNvSpPr>
          <p:nvPr>
            <p:ph type="sldNum" sz="quarter" idx="8"/>
          </p:nvPr>
        </p:nvSpPr>
        <p:spPr>
          <a:xfrm>
            <a:off x="4008089" y="6456386"/>
            <a:ext cx="429210" cy="379869"/>
          </a:xfrm>
        </p:spPr>
        <p:txBody>
          <a:bodyPr anchor="b"/>
          <a:lstStyle>
            <a:lvl1pPr>
              <a:defRPr/>
            </a:lvl1pPr>
          </a:lstStyle>
          <a:p>
            <a:pPr lvl="0"/>
            <a:fld id="{AC080A97-7E42-4F5D-BB7B-071620594092}" type="slidenum">
              <a:t>‹#›</a:t>
            </a:fld>
            <a:endParaRPr lang="en-US"/>
          </a:p>
        </p:txBody>
      </p:sp>
    </p:spTree>
    <p:extLst>
      <p:ext uri="{BB962C8B-B14F-4D97-AF65-F5344CB8AC3E}">
        <p14:creationId xmlns:p14="http://schemas.microsoft.com/office/powerpoint/2010/main" val="3503021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údo com Imagem 12">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3608277"/>
            <a:ext cx="4428704" cy="2620588"/>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0" y="0"/>
            <a:ext cx="12191996" cy="3429000"/>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5268032" y="3579702"/>
            <a:ext cx="6298442" cy="2620588"/>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8"/>
          <p:cNvSpPr txBox="1">
            <a:spLocks noGrp="1"/>
          </p:cNvSpPr>
          <p:nvPr>
            <p:ph type="ftr" sz="quarter" idx="9"/>
          </p:nvPr>
        </p:nvSpPr>
        <p:spPr>
          <a:xfrm>
            <a:off x="5262664" y="6442871"/>
            <a:ext cx="1968374" cy="379869"/>
          </a:xfrm>
        </p:spPr>
        <p:txBody>
          <a:bodyPr anchor="b"/>
          <a:lstStyle>
            <a:lvl1pPr>
              <a:defRPr/>
            </a:lvl1pPr>
          </a:lstStyle>
          <a:p>
            <a:pPr lvl="0"/>
            <a:r>
              <a:rPr lang="pt-PT"/>
              <a:t>Texto de rodapé de exemplo</a:t>
            </a:r>
          </a:p>
        </p:txBody>
      </p:sp>
      <p:sp>
        <p:nvSpPr>
          <p:cNvPr id="6" name="Marcador de Posição da Data 2"/>
          <p:cNvSpPr txBox="1">
            <a:spLocks noGrp="1"/>
          </p:cNvSpPr>
          <p:nvPr>
            <p:ph type="dt" sz="half" idx="7"/>
          </p:nvPr>
        </p:nvSpPr>
        <p:spPr>
          <a:xfrm>
            <a:off x="7697044" y="6442871"/>
            <a:ext cx="2295994" cy="379869"/>
          </a:xfrm>
        </p:spPr>
        <p:txBody>
          <a:bodyPr anchor="b"/>
          <a:lstStyle>
            <a:lvl1pPr>
              <a:defRPr/>
            </a:lvl1pPr>
          </a:lstStyle>
          <a:p>
            <a:pPr lvl="0"/>
            <a:endParaRPr lang="en-US"/>
          </a:p>
        </p:txBody>
      </p:sp>
      <p:sp>
        <p:nvSpPr>
          <p:cNvPr id="7" name="Marcador de Posição do Número do Diapositivo 9"/>
          <p:cNvSpPr txBox="1">
            <a:spLocks noGrp="1"/>
          </p:cNvSpPr>
          <p:nvPr>
            <p:ph type="sldNum" sz="quarter" idx="8"/>
          </p:nvPr>
        </p:nvSpPr>
        <p:spPr>
          <a:xfrm>
            <a:off x="11137273" y="6442871"/>
            <a:ext cx="429210" cy="379869"/>
          </a:xfrm>
        </p:spPr>
        <p:txBody>
          <a:bodyPr anchor="b"/>
          <a:lstStyle>
            <a:lvl1pPr>
              <a:defRPr/>
            </a:lvl1pPr>
          </a:lstStyle>
          <a:p>
            <a:pPr lvl="0"/>
            <a:fld id="{62247268-57EB-49A1-A62A-2B69FE13FB14}" type="slidenum">
              <a:t>‹#›</a:t>
            </a:fld>
            <a:endParaRPr lang="en-US"/>
          </a:p>
        </p:txBody>
      </p:sp>
    </p:spTree>
    <p:extLst>
      <p:ext uri="{BB962C8B-B14F-4D97-AF65-F5344CB8AC3E}">
        <p14:creationId xmlns:p14="http://schemas.microsoft.com/office/powerpoint/2010/main" val="4110919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údo com Imagem 13">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21792"/>
            <a:ext cx="4428704" cy="2601925"/>
          </a:xfrm>
        </p:spPr>
        <p:txBody>
          <a:bodyPr>
            <a:noAutofit/>
          </a:bodyPr>
          <a:lstStyle>
            <a:lvl1pPr>
              <a:defRPr/>
            </a:lvl1pPr>
          </a:lstStyle>
          <a:p>
            <a:pPr lvl="0"/>
            <a:r>
              <a:rPr lang="pt-PT"/>
              <a:t>Clique para editar o estilo do título do Modelo Global</a:t>
            </a:r>
          </a:p>
        </p:txBody>
      </p:sp>
      <p:sp>
        <p:nvSpPr>
          <p:cNvPr id="3" name="Marcador de Posição do Rodapé 7"/>
          <p:cNvSpPr txBox="1">
            <a:spLocks noGrp="1"/>
          </p:cNvSpPr>
          <p:nvPr>
            <p:ph type="ftr" sz="quarter" idx="9"/>
          </p:nvPr>
        </p:nvSpPr>
        <p:spPr>
          <a:xfrm>
            <a:off x="530352" y="110368"/>
            <a:ext cx="4297680" cy="365129"/>
          </a:xfrm>
        </p:spPr>
        <p:txBody>
          <a:bodyPr/>
          <a:lstStyle>
            <a:lvl1pPr>
              <a:defRPr/>
            </a:lvl1pPr>
          </a:lstStyle>
          <a:p>
            <a:pPr lvl="0"/>
            <a:r>
              <a:rPr lang="pt-PT"/>
              <a:t>Texto de rodapé de exemplo</a:t>
            </a:r>
          </a:p>
        </p:txBody>
      </p:sp>
      <p:sp>
        <p:nvSpPr>
          <p:cNvPr id="4" name="Marcador de Posição da Data 6"/>
          <p:cNvSpPr txBox="1">
            <a:spLocks noGrp="1"/>
          </p:cNvSpPr>
          <p:nvPr>
            <p:ph type="dt" sz="half" idx="7"/>
          </p:nvPr>
        </p:nvSpPr>
        <p:spPr>
          <a:xfrm>
            <a:off x="5264401" y="104579"/>
            <a:ext cx="4836883" cy="365129"/>
          </a:xfrm>
        </p:spPr>
        <p:txBody>
          <a:bodyPr/>
          <a:lstStyle>
            <a:lvl1pPr>
              <a:defRPr/>
            </a:lvl1pPr>
          </a:lstStyle>
          <a:p>
            <a:pPr lvl="0"/>
            <a:endParaRPr lang="en-US"/>
          </a:p>
        </p:txBody>
      </p:sp>
      <p:sp>
        <p:nvSpPr>
          <p:cNvPr id="5" name="Marcador de Posição do Número do Diapositivo 9"/>
          <p:cNvSpPr txBox="1">
            <a:spLocks noGrp="1"/>
          </p:cNvSpPr>
          <p:nvPr>
            <p:ph type="sldNum" sz="quarter" idx="8"/>
          </p:nvPr>
        </p:nvSpPr>
        <p:spPr>
          <a:xfrm>
            <a:off x="11136175" y="110368"/>
            <a:ext cx="429210" cy="365129"/>
          </a:xfrm>
        </p:spPr>
        <p:txBody>
          <a:bodyPr/>
          <a:lstStyle>
            <a:lvl1pPr>
              <a:defRPr/>
            </a:lvl1pPr>
          </a:lstStyle>
          <a:p>
            <a:pPr lvl="0"/>
            <a:fld id="{B1BE3756-236D-4FE6-B40F-41DD1B26846B}" type="slidenum">
              <a:t>‹#›</a:t>
            </a:fld>
            <a:endParaRPr lang="en-US"/>
          </a:p>
        </p:txBody>
      </p:sp>
      <p:sp>
        <p:nvSpPr>
          <p:cNvPr id="6" name="Marcador de Posição de Conteúdo 7"/>
          <p:cNvSpPr txBox="1">
            <a:spLocks noGrp="1"/>
          </p:cNvSpPr>
          <p:nvPr>
            <p:ph idx="4294967295"/>
          </p:nvPr>
        </p:nvSpPr>
        <p:spPr>
          <a:xfrm>
            <a:off x="5266944" y="603504"/>
            <a:ext cx="6298442" cy="2601925"/>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Imagem 10"/>
          <p:cNvSpPr txBox="1">
            <a:spLocks noGrp="1"/>
          </p:cNvSpPr>
          <p:nvPr>
            <p:ph type="pic" idx="4294967295"/>
          </p:nvPr>
        </p:nvSpPr>
        <p:spPr>
          <a:xfrm>
            <a:off x="0" y="3429000"/>
            <a:ext cx="12191996" cy="3429000"/>
          </a:xfrm>
          <a:blipFill>
            <a:blip r:embed="rId2">
              <a:alphaModFix amt="70000"/>
            </a:blip>
            <a:stretch>
              <a:fillRect/>
            </a:stretch>
          </a:blipFill>
        </p:spPr>
        <p:txBody>
          <a:bodyPr/>
          <a:lstStyle>
            <a:lvl1pPr>
              <a:defRPr/>
            </a:lvl1pPr>
          </a:lstStyle>
          <a:p>
            <a:pPr lvl="0"/>
            <a:r>
              <a:rPr lang="pt-PT"/>
              <a:t> </a:t>
            </a:r>
          </a:p>
        </p:txBody>
      </p:sp>
    </p:spTree>
    <p:extLst>
      <p:ext uri="{BB962C8B-B14F-4D97-AF65-F5344CB8AC3E}">
        <p14:creationId xmlns:p14="http://schemas.microsoft.com/office/powerpoint/2010/main" val="3016580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údo com Imagem 14">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21792"/>
            <a:ext cx="6680350" cy="1892807"/>
          </a:xfrm>
        </p:spPr>
        <p:txBody>
          <a:bodyPr>
            <a:noAutofit/>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30352" y="3005449"/>
            <a:ext cx="6680341" cy="3230758"/>
          </a:xfrm>
        </p:spPr>
        <p:txBody>
          <a:bodyPr>
            <a:noAutofit/>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7424379" y="136474"/>
            <a:ext cx="4612946" cy="6099733"/>
          </a:xfrm>
          <a:blipFill>
            <a:blip r:embed="rId2">
              <a:alphaModFix amt="70000"/>
            </a:blip>
            <a:stretch>
              <a:fillRect/>
            </a:stretch>
          </a:blipFill>
        </p:spPr>
        <p:txBody>
          <a:bodyPr/>
          <a:lstStyle>
            <a:lvl1pPr>
              <a:defRPr lang="en-US"/>
            </a:lvl1pPr>
            <a:lvl2pPr marL="0" lvl="0">
              <a:defRPr lang="en-US"/>
            </a:lvl2pPr>
          </a:lstStyle>
          <a:p>
            <a:pPr lvl="0"/>
            <a:endParaRPr lang="en-US"/>
          </a:p>
          <a:p>
            <a:pPr lvl="0"/>
            <a:endParaRPr lang="en-US"/>
          </a:p>
        </p:txBody>
      </p:sp>
      <p:sp>
        <p:nvSpPr>
          <p:cNvPr id="5" name="Marcador de Posição do Rodapé 8"/>
          <p:cNvSpPr txBox="1">
            <a:spLocks noGrp="1"/>
          </p:cNvSpPr>
          <p:nvPr>
            <p:ph type="ftr" sz="quarter" idx="9"/>
          </p:nvPr>
        </p:nvSpPr>
        <p:spPr>
          <a:xfrm>
            <a:off x="530352" y="6462174"/>
            <a:ext cx="1968374" cy="365129"/>
          </a:xfrm>
        </p:spPr>
        <p:txBody>
          <a:bodyPr anchor="b"/>
          <a:lstStyle>
            <a:lvl1pPr>
              <a:defRPr/>
            </a:lvl1pPr>
          </a:lstStyle>
          <a:p>
            <a:pPr lvl="0"/>
            <a:r>
              <a:rPr lang="pt-PT"/>
              <a:t>Texto de rodapé de exemplo</a:t>
            </a:r>
          </a:p>
        </p:txBody>
      </p:sp>
      <p:sp>
        <p:nvSpPr>
          <p:cNvPr id="6" name="Marcador de Posição da Data 9"/>
          <p:cNvSpPr txBox="1">
            <a:spLocks noGrp="1"/>
          </p:cNvSpPr>
          <p:nvPr>
            <p:ph type="dt" sz="half" idx="7"/>
          </p:nvPr>
        </p:nvSpPr>
        <p:spPr>
          <a:xfrm>
            <a:off x="7328842" y="6492870"/>
            <a:ext cx="3270369" cy="365129"/>
          </a:xfrm>
        </p:spPr>
        <p:txBody>
          <a:bodyPr anchor="b"/>
          <a:lstStyle>
            <a:lvl1pPr>
              <a:defRPr/>
            </a:lvl1pPr>
          </a:lstStyle>
          <a:p>
            <a:pPr lvl="0"/>
            <a:endParaRPr lang="en-US"/>
          </a:p>
        </p:txBody>
      </p:sp>
      <p:sp>
        <p:nvSpPr>
          <p:cNvPr id="7" name="Marcador de Posição do Número do Diapositivo 9"/>
          <p:cNvSpPr txBox="1">
            <a:spLocks noGrp="1"/>
          </p:cNvSpPr>
          <p:nvPr>
            <p:ph type="sldNum" sz="quarter" idx="8"/>
          </p:nvPr>
        </p:nvSpPr>
        <p:spPr>
          <a:xfrm>
            <a:off x="11762795" y="6462174"/>
            <a:ext cx="429210" cy="365129"/>
          </a:xfrm>
        </p:spPr>
        <p:txBody>
          <a:bodyPr anchor="b"/>
          <a:lstStyle>
            <a:lvl1pPr>
              <a:defRPr/>
            </a:lvl1pPr>
          </a:lstStyle>
          <a:p>
            <a:pPr lvl="0"/>
            <a:fld id="{600D09E2-E486-445F-9E41-53B16CC8E9DF}" type="slidenum">
              <a:t>‹#›</a:t>
            </a:fld>
            <a:endParaRPr lang="en-US"/>
          </a:p>
        </p:txBody>
      </p:sp>
    </p:spTree>
    <p:extLst>
      <p:ext uri="{BB962C8B-B14F-4D97-AF65-F5344CB8AC3E}">
        <p14:creationId xmlns:p14="http://schemas.microsoft.com/office/powerpoint/2010/main" val="3458258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údo com Imagem 15">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21792"/>
            <a:ext cx="5358018" cy="1840897"/>
          </a:xfrm>
        </p:spPr>
        <p:txBody>
          <a:bodyPr>
            <a:noAutofit/>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30352" y="2843784"/>
            <a:ext cx="5358018" cy="3289252"/>
          </a:xfrm>
        </p:spPr>
        <p:txBody>
          <a:bodyPr>
            <a:noAutofit/>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txBox="1">
            <a:spLocks noGrp="1"/>
          </p:cNvSpPr>
          <p:nvPr>
            <p:ph type="ftr" sz="quarter" idx="9"/>
          </p:nvPr>
        </p:nvSpPr>
        <p:spPr>
          <a:xfrm>
            <a:off x="6192655" y="117098"/>
            <a:ext cx="3323231" cy="365129"/>
          </a:xfrm>
        </p:spPr>
        <p:txBody>
          <a:bodyPr/>
          <a:lstStyle>
            <a:lvl1pPr>
              <a:defRPr/>
            </a:lvl1pPr>
          </a:lstStyle>
          <a:p>
            <a:pPr lvl="0"/>
            <a:r>
              <a:rPr lang="pt-PT"/>
              <a:t>Texto de rodapé de exemplo</a:t>
            </a:r>
          </a:p>
        </p:txBody>
      </p:sp>
      <p:sp>
        <p:nvSpPr>
          <p:cNvPr id="5" name="Marcador de Posição do Número do Diapositivo 8"/>
          <p:cNvSpPr txBox="1">
            <a:spLocks noGrp="1"/>
          </p:cNvSpPr>
          <p:nvPr>
            <p:ph type="sldNum" sz="quarter" idx="8"/>
          </p:nvPr>
        </p:nvSpPr>
        <p:spPr>
          <a:xfrm>
            <a:off x="11240280" y="110368"/>
            <a:ext cx="429210" cy="365129"/>
          </a:xfrm>
        </p:spPr>
        <p:txBody>
          <a:bodyPr/>
          <a:lstStyle>
            <a:lvl1pPr>
              <a:defRPr/>
            </a:lvl1pPr>
          </a:lstStyle>
          <a:p>
            <a:pPr lvl="0"/>
            <a:fld id="{54C5A621-DAB5-45F1-8F4A-1C58498CCE1A}" type="slidenum">
              <a:t>‹#›</a:t>
            </a:fld>
            <a:endParaRPr lang="en-US"/>
          </a:p>
        </p:txBody>
      </p:sp>
      <p:sp>
        <p:nvSpPr>
          <p:cNvPr id="6" name="Marcador de Posição da Imagem 10"/>
          <p:cNvSpPr txBox="1">
            <a:spLocks noGrp="1"/>
          </p:cNvSpPr>
          <p:nvPr>
            <p:ph type="pic" idx="4294967295"/>
          </p:nvPr>
        </p:nvSpPr>
        <p:spPr>
          <a:xfrm>
            <a:off x="6303626" y="2843784"/>
            <a:ext cx="5243937" cy="3289252"/>
          </a:xfrm>
          <a:blipFill>
            <a:blip r:embed="rId2">
              <a:alphaModFix amt="70000"/>
            </a:blip>
            <a:stretch>
              <a:fillRect/>
            </a:stretch>
          </a:blipFill>
        </p:spPr>
        <p:txBody>
          <a:bodyPr/>
          <a:lstStyle>
            <a:lvl1pPr>
              <a:defRPr/>
            </a:lvl1pPr>
          </a:lstStyle>
          <a:p>
            <a:pPr lvl="0"/>
            <a:r>
              <a:rPr lang="pt-PT"/>
              <a:t> </a:t>
            </a:r>
          </a:p>
        </p:txBody>
      </p:sp>
    </p:spTree>
    <p:extLst>
      <p:ext uri="{BB962C8B-B14F-4D97-AF65-F5344CB8AC3E}">
        <p14:creationId xmlns:p14="http://schemas.microsoft.com/office/powerpoint/2010/main" val="30571076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údo com Imagem 16">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31713"/>
            <a:ext cx="11032236" cy="1115202"/>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109179" y="2115400"/>
            <a:ext cx="5786652" cy="4671431"/>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6190488" y="2115400"/>
            <a:ext cx="5353812" cy="4110886"/>
          </a:xfrm>
        </p:spPr>
        <p:txBody>
          <a:bodyPr>
            <a:noAutofit/>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6"/>
          <p:cNvSpPr txBox="1">
            <a:spLocks noGrp="1"/>
          </p:cNvSpPr>
          <p:nvPr>
            <p:ph type="ftr" sz="quarter" idx="9"/>
          </p:nvPr>
        </p:nvSpPr>
        <p:spPr>
          <a:xfrm>
            <a:off x="6177421" y="6428981"/>
            <a:ext cx="4467831" cy="365129"/>
          </a:xfrm>
        </p:spPr>
        <p:txBody>
          <a:bodyPr anchor="b"/>
          <a:lstStyle>
            <a:lvl1pPr>
              <a:defRPr/>
            </a:lvl1pPr>
          </a:lstStyle>
          <a:p>
            <a:pPr lvl="0"/>
            <a:r>
              <a:rPr lang="pt-PT"/>
              <a:t>Texto de rodapé de exemplo</a:t>
            </a:r>
          </a:p>
        </p:txBody>
      </p:sp>
      <p:sp>
        <p:nvSpPr>
          <p:cNvPr id="6" name="Marcador de Posição do Número do Diapositivo 7"/>
          <p:cNvSpPr txBox="1">
            <a:spLocks noGrp="1"/>
          </p:cNvSpPr>
          <p:nvPr>
            <p:ph type="sldNum" sz="quarter" idx="8"/>
          </p:nvPr>
        </p:nvSpPr>
        <p:spPr>
          <a:xfrm>
            <a:off x="10926851" y="6421712"/>
            <a:ext cx="617457" cy="365129"/>
          </a:xfrm>
        </p:spPr>
        <p:txBody>
          <a:bodyPr anchor="b"/>
          <a:lstStyle>
            <a:lvl1pPr>
              <a:defRPr/>
            </a:lvl1pPr>
          </a:lstStyle>
          <a:p>
            <a:pPr lvl="0"/>
            <a:fld id="{42F8B5DC-3B5C-4889-B3B8-94FFBC5D731A}" type="slidenum">
              <a:t>‹#›</a:t>
            </a:fld>
            <a:endParaRPr lang="en-US"/>
          </a:p>
        </p:txBody>
      </p:sp>
    </p:spTree>
    <p:extLst>
      <p:ext uri="{BB962C8B-B14F-4D97-AF65-F5344CB8AC3E}">
        <p14:creationId xmlns:p14="http://schemas.microsoft.com/office/powerpoint/2010/main" val="2547981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údo com Imagem 17">
    <p:spTree>
      <p:nvGrpSpPr>
        <p:cNvPr id="1" name=""/>
        <p:cNvGrpSpPr/>
        <p:nvPr/>
      </p:nvGrpSpPr>
      <p:grpSpPr>
        <a:xfrm>
          <a:off x="0" y="0"/>
          <a:ext cx="0" cy="0"/>
          <a:chOff x="0" y="0"/>
          <a:chExt cx="0" cy="0"/>
        </a:xfrm>
      </p:grpSpPr>
      <p:sp>
        <p:nvSpPr>
          <p:cNvPr id="2" name="Título 1"/>
          <p:cNvSpPr txBox="1">
            <a:spLocks noGrp="1"/>
          </p:cNvSpPr>
          <p:nvPr>
            <p:ph type="title"/>
          </p:nvPr>
        </p:nvSpPr>
        <p:spPr>
          <a:xfrm>
            <a:off x="512064" y="621792"/>
            <a:ext cx="3528797" cy="1875964"/>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649187" y="2890637"/>
            <a:ext cx="3424181" cy="3342452"/>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4312346" y="603504"/>
            <a:ext cx="7215987" cy="5558957"/>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6"/>
          <p:cNvSpPr txBox="1">
            <a:spLocks noGrp="1"/>
          </p:cNvSpPr>
          <p:nvPr>
            <p:ph type="ftr" sz="quarter" idx="9"/>
          </p:nvPr>
        </p:nvSpPr>
        <p:spPr>
          <a:xfrm>
            <a:off x="545924" y="6438281"/>
            <a:ext cx="5276856" cy="365129"/>
          </a:xfrm>
        </p:spPr>
        <p:txBody>
          <a:bodyPr anchor="b"/>
          <a:lstStyle>
            <a:lvl1pPr>
              <a:defRPr/>
            </a:lvl1pPr>
          </a:lstStyle>
          <a:p>
            <a:pPr lvl="0"/>
            <a:r>
              <a:rPr lang="pt-PT"/>
              <a:t>Texto de rodapé de exemplo</a:t>
            </a:r>
          </a:p>
        </p:txBody>
      </p:sp>
      <p:sp>
        <p:nvSpPr>
          <p:cNvPr id="6" name="Marcador de Posição da Data 5"/>
          <p:cNvSpPr txBox="1">
            <a:spLocks noGrp="1"/>
          </p:cNvSpPr>
          <p:nvPr>
            <p:ph type="dt" sz="half" idx="7"/>
          </p:nvPr>
        </p:nvSpPr>
        <p:spPr>
          <a:xfrm>
            <a:off x="6190488" y="6432493"/>
            <a:ext cx="2544080" cy="365129"/>
          </a:xfrm>
        </p:spPr>
        <p:txBody>
          <a:bodyPr anchor="b"/>
          <a:lstStyle>
            <a:lvl1pPr>
              <a:defRPr/>
            </a:lvl1pPr>
          </a:lstStyle>
          <a:p>
            <a:pPr lvl="0"/>
            <a:endParaRPr lang="en-US"/>
          </a:p>
        </p:txBody>
      </p:sp>
      <p:sp>
        <p:nvSpPr>
          <p:cNvPr id="7" name="Marcador de Posição do Número do Diapositivo 8"/>
          <p:cNvSpPr txBox="1">
            <a:spLocks noGrp="1"/>
          </p:cNvSpPr>
          <p:nvPr>
            <p:ph type="sldNum" sz="quarter" idx="8"/>
          </p:nvPr>
        </p:nvSpPr>
        <p:spPr>
          <a:xfrm>
            <a:off x="11099124" y="6438281"/>
            <a:ext cx="429210" cy="365129"/>
          </a:xfrm>
        </p:spPr>
        <p:txBody>
          <a:bodyPr anchor="b"/>
          <a:lstStyle>
            <a:lvl1pPr>
              <a:defRPr/>
            </a:lvl1pPr>
          </a:lstStyle>
          <a:p>
            <a:pPr lvl="0"/>
            <a:fld id="{339EDEC4-DB01-4439-AC45-C61BCC1EFCDE}" type="slidenum">
              <a:t>‹#›</a:t>
            </a:fld>
            <a:endParaRPr lang="en-US"/>
          </a:p>
        </p:txBody>
      </p:sp>
    </p:spTree>
    <p:extLst>
      <p:ext uri="{BB962C8B-B14F-4D97-AF65-F5344CB8AC3E}">
        <p14:creationId xmlns:p14="http://schemas.microsoft.com/office/powerpoint/2010/main" val="318810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údo com Imagem 18">
    <p:spTree>
      <p:nvGrpSpPr>
        <p:cNvPr id="1" name=""/>
        <p:cNvGrpSpPr/>
        <p:nvPr/>
      </p:nvGrpSpPr>
      <p:grpSpPr>
        <a:xfrm>
          <a:off x="0" y="0"/>
          <a:ext cx="0" cy="0"/>
          <a:chOff x="0" y="0"/>
          <a:chExt cx="0" cy="0"/>
        </a:xfrm>
      </p:grpSpPr>
      <p:sp>
        <p:nvSpPr>
          <p:cNvPr id="2" name="Título 1"/>
          <p:cNvSpPr txBox="1">
            <a:spLocks noGrp="1"/>
          </p:cNvSpPr>
          <p:nvPr>
            <p:ph type="title"/>
          </p:nvPr>
        </p:nvSpPr>
        <p:spPr>
          <a:xfrm>
            <a:off x="501347" y="644002"/>
            <a:ext cx="2594545" cy="1877135"/>
          </a:xfrm>
        </p:spPr>
        <p:txBody>
          <a:bodyPr>
            <a:noAutofit/>
          </a:bodyPr>
          <a:lstStyle>
            <a:lvl1pPr>
              <a:defRPr/>
            </a:lvl1pPr>
          </a:lstStyle>
          <a:p>
            <a:pPr lvl="0"/>
            <a:r>
              <a:rPr lang="pt-PT"/>
              <a:t>Clique para editar o estilo do título do Modelo Global</a:t>
            </a:r>
          </a:p>
        </p:txBody>
      </p:sp>
      <p:sp>
        <p:nvSpPr>
          <p:cNvPr id="3" name="Marcador de Posição da Imagem 10"/>
          <p:cNvSpPr txBox="1">
            <a:spLocks noGrp="1"/>
          </p:cNvSpPr>
          <p:nvPr>
            <p:ph type="pic" idx="4294967295"/>
          </p:nvPr>
        </p:nvSpPr>
        <p:spPr>
          <a:xfrm>
            <a:off x="606740" y="2899955"/>
            <a:ext cx="3610416" cy="3314041"/>
          </a:xfrm>
          <a:blipFill>
            <a:blip r:embed="rId2">
              <a:alphaModFix amt="70000"/>
            </a:blip>
            <a:stretch>
              <a:fillRect/>
            </a:stretch>
          </a:blipFill>
        </p:spPr>
        <p:txBody>
          <a:bodyPr/>
          <a:lstStyle>
            <a:lvl1pPr>
              <a:defRPr/>
            </a:lvl1pPr>
          </a:lstStyle>
          <a:p>
            <a:pPr lvl="0"/>
            <a:r>
              <a:rPr lang="pt-PT"/>
              <a:t> </a:t>
            </a:r>
          </a:p>
        </p:txBody>
      </p:sp>
      <p:sp>
        <p:nvSpPr>
          <p:cNvPr id="4" name="Marcador de Posição de Conteúdo 7"/>
          <p:cNvSpPr txBox="1">
            <a:spLocks noGrp="1"/>
          </p:cNvSpPr>
          <p:nvPr>
            <p:ph idx="4294967295"/>
          </p:nvPr>
        </p:nvSpPr>
        <p:spPr>
          <a:xfrm>
            <a:off x="4402186" y="644002"/>
            <a:ext cx="7183078" cy="5570003"/>
          </a:xfrm>
        </p:spPr>
        <p:txBody>
          <a:bodyPr anchor="b"/>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6"/>
          <p:cNvSpPr txBox="1">
            <a:spLocks noGrp="1"/>
          </p:cNvSpPr>
          <p:nvPr>
            <p:ph type="ftr" sz="quarter" idx="9"/>
          </p:nvPr>
        </p:nvSpPr>
        <p:spPr>
          <a:xfrm>
            <a:off x="545924" y="6438281"/>
            <a:ext cx="5276856" cy="365129"/>
          </a:xfrm>
        </p:spPr>
        <p:txBody>
          <a:bodyPr anchor="b"/>
          <a:lstStyle>
            <a:lvl1pPr>
              <a:defRPr/>
            </a:lvl1pPr>
          </a:lstStyle>
          <a:p>
            <a:pPr lvl="0"/>
            <a:r>
              <a:rPr lang="pt-PT"/>
              <a:t>Texto de rodapé de exemplo</a:t>
            </a:r>
          </a:p>
        </p:txBody>
      </p:sp>
      <p:sp>
        <p:nvSpPr>
          <p:cNvPr id="6" name="Marcador de Posição da Data 5"/>
          <p:cNvSpPr txBox="1">
            <a:spLocks noGrp="1"/>
          </p:cNvSpPr>
          <p:nvPr>
            <p:ph type="dt" sz="half" idx="7"/>
          </p:nvPr>
        </p:nvSpPr>
        <p:spPr>
          <a:xfrm>
            <a:off x="6190488" y="6432493"/>
            <a:ext cx="2544080" cy="365129"/>
          </a:xfrm>
        </p:spPr>
        <p:txBody>
          <a:bodyPr anchor="b"/>
          <a:lstStyle>
            <a:lvl1pPr>
              <a:defRPr/>
            </a:lvl1pPr>
          </a:lstStyle>
          <a:p>
            <a:pPr lvl="0"/>
            <a:endParaRPr lang="en-US"/>
          </a:p>
        </p:txBody>
      </p:sp>
      <p:sp>
        <p:nvSpPr>
          <p:cNvPr id="7" name="Marcador de Posição do Número do Diapositivo 8"/>
          <p:cNvSpPr txBox="1">
            <a:spLocks noGrp="1"/>
          </p:cNvSpPr>
          <p:nvPr>
            <p:ph type="sldNum" sz="quarter" idx="8"/>
          </p:nvPr>
        </p:nvSpPr>
        <p:spPr>
          <a:xfrm>
            <a:off x="11099124" y="6438281"/>
            <a:ext cx="429210" cy="365129"/>
          </a:xfrm>
        </p:spPr>
        <p:txBody>
          <a:bodyPr anchor="b"/>
          <a:lstStyle>
            <a:lvl1pPr>
              <a:defRPr/>
            </a:lvl1pPr>
          </a:lstStyle>
          <a:p>
            <a:pPr lvl="0"/>
            <a:fld id="{1BD1FE04-9CEF-4036-BC35-E15771F2DF2D}" type="slidenum">
              <a:t>‹#›</a:t>
            </a:fld>
            <a:endParaRPr lang="en-US"/>
          </a:p>
        </p:txBody>
      </p:sp>
    </p:spTree>
    <p:extLst>
      <p:ext uri="{BB962C8B-B14F-4D97-AF65-F5344CB8AC3E}">
        <p14:creationId xmlns:p14="http://schemas.microsoft.com/office/powerpoint/2010/main" val="4160118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údo com Imagem 19">
    <p:spTree>
      <p:nvGrpSpPr>
        <p:cNvPr id="1" name=""/>
        <p:cNvGrpSpPr/>
        <p:nvPr/>
      </p:nvGrpSpPr>
      <p:grpSpPr>
        <a:xfrm>
          <a:off x="0" y="0"/>
          <a:ext cx="0" cy="0"/>
          <a:chOff x="0" y="0"/>
          <a:chExt cx="0" cy="0"/>
        </a:xfrm>
      </p:grpSpPr>
      <p:sp>
        <p:nvSpPr>
          <p:cNvPr id="2" name="Título 1"/>
          <p:cNvSpPr txBox="1">
            <a:spLocks noGrp="1"/>
          </p:cNvSpPr>
          <p:nvPr>
            <p:ph type="title"/>
          </p:nvPr>
        </p:nvSpPr>
        <p:spPr>
          <a:xfrm>
            <a:off x="522515" y="2096353"/>
            <a:ext cx="5332003" cy="4297680"/>
          </a:xfrm>
        </p:spPr>
        <p:txBody>
          <a:bodyPr>
            <a:noAutofit/>
          </a:bodyPr>
          <a:lstStyle>
            <a:lvl1pPr>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6190488" y="2096353"/>
            <a:ext cx="5332003" cy="4297680"/>
          </a:xfrm>
        </p:spPr>
        <p:txBody>
          <a:bodyPr>
            <a:noAutofit/>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4"/>
          <p:cNvSpPr txBox="1">
            <a:spLocks noGrp="1"/>
          </p:cNvSpPr>
          <p:nvPr>
            <p:ph type="ftr" sz="quarter" idx="9"/>
          </p:nvPr>
        </p:nvSpPr>
        <p:spPr>
          <a:xfrm>
            <a:off x="522515" y="6446401"/>
            <a:ext cx="5332003" cy="365129"/>
          </a:xfrm>
        </p:spPr>
        <p:txBody>
          <a:bodyPr anchor="b"/>
          <a:lstStyle>
            <a:lvl1pPr>
              <a:defRPr/>
            </a:lvl1pPr>
          </a:lstStyle>
          <a:p>
            <a:pPr lvl="0"/>
            <a:r>
              <a:rPr lang="pt-PT"/>
              <a:t>Texto de rodapé de exemplo</a:t>
            </a:r>
          </a:p>
        </p:txBody>
      </p:sp>
      <p:sp>
        <p:nvSpPr>
          <p:cNvPr id="5" name="Marcador de Posição da Data 3"/>
          <p:cNvSpPr txBox="1">
            <a:spLocks noGrp="1"/>
          </p:cNvSpPr>
          <p:nvPr>
            <p:ph type="dt" sz="half" idx="7"/>
          </p:nvPr>
        </p:nvSpPr>
        <p:spPr>
          <a:xfrm>
            <a:off x="6192517" y="6446401"/>
            <a:ext cx="2533473" cy="365129"/>
          </a:xfrm>
        </p:spPr>
        <p:txBody>
          <a:bodyPr anchor="b"/>
          <a:lstStyle>
            <a:lvl1pPr>
              <a:defRPr/>
            </a:lvl1pPr>
          </a:lstStyle>
          <a:p>
            <a:pPr lvl="0"/>
            <a:endParaRPr lang="en-US"/>
          </a:p>
        </p:txBody>
      </p:sp>
      <p:sp>
        <p:nvSpPr>
          <p:cNvPr id="6" name="Marcador de Posição do Número do Diapositivo 5"/>
          <p:cNvSpPr txBox="1">
            <a:spLocks noGrp="1"/>
          </p:cNvSpPr>
          <p:nvPr>
            <p:ph type="sldNum" sz="quarter" idx="8"/>
          </p:nvPr>
        </p:nvSpPr>
        <p:spPr>
          <a:xfrm>
            <a:off x="11240280" y="6446401"/>
            <a:ext cx="429210" cy="365129"/>
          </a:xfrm>
        </p:spPr>
        <p:txBody>
          <a:bodyPr anchor="b"/>
          <a:lstStyle>
            <a:lvl1pPr>
              <a:defRPr/>
            </a:lvl1pPr>
          </a:lstStyle>
          <a:p>
            <a:pPr lvl="0"/>
            <a:fld id="{69D357C4-E2F8-4290-B33A-C6693F3BFB19}" type="slidenum">
              <a:t>‹#›</a:t>
            </a:fld>
            <a:endParaRPr lang="en-US"/>
          </a:p>
        </p:txBody>
      </p:sp>
      <p:sp>
        <p:nvSpPr>
          <p:cNvPr id="7" name="Marcador de Posição da Imagem 6"/>
          <p:cNvSpPr txBox="1">
            <a:spLocks noGrp="1"/>
          </p:cNvSpPr>
          <p:nvPr>
            <p:ph type="pic" idx="4294967295"/>
          </p:nvPr>
        </p:nvSpPr>
        <p:spPr>
          <a:xfrm>
            <a:off x="0" y="0"/>
            <a:ext cx="12191996" cy="1842451"/>
          </a:xfrm>
          <a:blipFill>
            <a:blip r:embed="rId2">
              <a:alphaModFix amt="70000"/>
            </a:blip>
            <a:stretch>
              <a:fillRect/>
            </a:stretch>
          </a:blipFill>
        </p:spPr>
        <p:txBody>
          <a:bodyPr/>
          <a:lstStyle>
            <a:lvl1pPr>
              <a:defRPr lang="en-US"/>
            </a:lvl1pPr>
          </a:lstStyle>
          <a:p>
            <a:pPr lvl="0"/>
            <a:endParaRPr lang="en-US"/>
          </a:p>
        </p:txBody>
      </p:sp>
    </p:spTree>
    <p:extLst>
      <p:ext uri="{BB962C8B-B14F-4D97-AF65-F5344CB8AC3E}">
        <p14:creationId xmlns:p14="http://schemas.microsoft.com/office/powerpoint/2010/main" val="743441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údo com Imagem 20">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96752"/>
            <a:ext cx="6400800" cy="1482004"/>
          </a:xfrm>
        </p:spPr>
        <p:txBody>
          <a:bodyPr/>
          <a:lstStyle>
            <a:lvl1pPr>
              <a:defRPr/>
            </a:lvl1pPr>
          </a:lstStyle>
          <a:p>
            <a:pPr lvl="0"/>
            <a:r>
              <a:rPr lang="pt-PT"/>
              <a:t>Clique para editar o estilo do título do Modelo Global</a:t>
            </a:r>
            <a:endParaRPr lang="en-US"/>
          </a:p>
        </p:txBody>
      </p:sp>
      <p:sp>
        <p:nvSpPr>
          <p:cNvPr id="3" name="Marcador de Posição de Conteúdo 7"/>
          <p:cNvSpPr txBox="1">
            <a:spLocks noGrp="1"/>
          </p:cNvSpPr>
          <p:nvPr>
            <p:ph idx="4294967295"/>
          </p:nvPr>
        </p:nvSpPr>
        <p:spPr>
          <a:xfrm>
            <a:off x="0" y="2844168"/>
            <a:ext cx="6400800" cy="3999046"/>
          </a:xfrm>
        </p:spPr>
        <p:txBody>
          <a:bodyPr anchor="b"/>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txBox="1">
            <a:spLocks noGrp="1"/>
          </p:cNvSpPr>
          <p:nvPr>
            <p:ph type="ftr" sz="quarter" idx="9"/>
          </p:nvPr>
        </p:nvSpPr>
        <p:spPr>
          <a:xfrm>
            <a:off x="7691210" y="109728"/>
            <a:ext cx="3840480" cy="365129"/>
          </a:xfrm>
        </p:spPr>
        <p:txBody>
          <a:bodyPr/>
          <a:lstStyle>
            <a:lvl1pPr>
              <a:defRPr/>
            </a:lvl1pPr>
          </a:lstStyle>
          <a:p>
            <a:pPr lvl="0"/>
            <a:r>
              <a:rPr lang="pt-PT"/>
              <a:t>Texto de rodapé de exemplo</a:t>
            </a:r>
          </a:p>
        </p:txBody>
      </p:sp>
      <p:sp>
        <p:nvSpPr>
          <p:cNvPr id="5" name="Marcador de Posição do Número do Diapositivo 8"/>
          <p:cNvSpPr txBox="1">
            <a:spLocks noGrp="1"/>
          </p:cNvSpPr>
          <p:nvPr>
            <p:ph type="sldNum" sz="quarter" idx="8"/>
          </p:nvPr>
        </p:nvSpPr>
        <p:spPr>
          <a:xfrm>
            <a:off x="11759184" y="109728"/>
            <a:ext cx="429210" cy="365129"/>
          </a:xfrm>
        </p:spPr>
        <p:txBody>
          <a:bodyPr/>
          <a:lstStyle>
            <a:lvl1pPr>
              <a:defRPr/>
            </a:lvl1pPr>
          </a:lstStyle>
          <a:p>
            <a:pPr lvl="0"/>
            <a:fld id="{CE20E151-7844-4CD2-9D79-E8190403BDDD}" type="slidenum">
              <a:t>‹#›</a:t>
            </a:fld>
            <a:endParaRPr lang="en-US"/>
          </a:p>
        </p:txBody>
      </p:sp>
      <p:sp>
        <p:nvSpPr>
          <p:cNvPr id="6" name="Marcador de Posição da Imagem 10"/>
          <p:cNvSpPr txBox="1">
            <a:spLocks noGrp="1"/>
          </p:cNvSpPr>
          <p:nvPr>
            <p:ph type="pic" idx="4294967295"/>
          </p:nvPr>
        </p:nvSpPr>
        <p:spPr>
          <a:xfrm>
            <a:off x="7805391" y="843543"/>
            <a:ext cx="4120981" cy="5761542"/>
          </a:xfrm>
          <a:blipFill>
            <a:blip r:embed="rId2">
              <a:alphaModFix amt="70000"/>
            </a:blip>
            <a:stretch>
              <a:fillRect/>
            </a:stretch>
          </a:blipFill>
        </p:spPr>
        <p:txBody>
          <a:bodyPr/>
          <a:lstStyle>
            <a:lvl1pPr>
              <a:defRPr lang="en-US"/>
            </a:lvl1pPr>
          </a:lstStyle>
          <a:p>
            <a:pPr lvl="0"/>
            <a:endParaRPr lang="en-US"/>
          </a:p>
        </p:txBody>
      </p:sp>
    </p:spTree>
    <p:extLst>
      <p:ext uri="{BB962C8B-B14F-4D97-AF65-F5344CB8AC3E}">
        <p14:creationId xmlns:p14="http://schemas.microsoft.com/office/powerpoint/2010/main" val="20175361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údo com Imagem 21">
    <p:spTree>
      <p:nvGrpSpPr>
        <p:cNvPr id="1" name=""/>
        <p:cNvGrpSpPr/>
        <p:nvPr/>
      </p:nvGrpSpPr>
      <p:grpSpPr>
        <a:xfrm>
          <a:off x="0" y="0"/>
          <a:ext cx="0" cy="0"/>
          <a:chOff x="0" y="0"/>
          <a:chExt cx="0" cy="0"/>
        </a:xfrm>
      </p:grpSpPr>
      <p:sp>
        <p:nvSpPr>
          <p:cNvPr id="2" name="Título 1"/>
          <p:cNvSpPr txBox="1">
            <a:spLocks noGrp="1"/>
          </p:cNvSpPr>
          <p:nvPr>
            <p:ph type="title"/>
          </p:nvPr>
        </p:nvSpPr>
        <p:spPr>
          <a:xfrm>
            <a:off x="-18288" y="1005840"/>
            <a:ext cx="3595631" cy="2212308"/>
          </a:xfrm>
        </p:spPr>
        <p:txBody>
          <a:bodyPr>
            <a:noAutofit/>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0" y="100702"/>
            <a:ext cx="4972050"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5258952" y="100702"/>
            <a:ext cx="5332003"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BF0E2AB2-61F2-450E-A6D6-79C1657C42E0}" type="slidenum">
              <a:t>‹#›</a:t>
            </a:fld>
            <a:endParaRPr lang="en-US"/>
          </a:p>
        </p:txBody>
      </p:sp>
      <p:sp>
        <p:nvSpPr>
          <p:cNvPr id="6" name="Marcador de Posição do Texto 3"/>
          <p:cNvSpPr txBox="1">
            <a:spLocks noGrp="1"/>
          </p:cNvSpPr>
          <p:nvPr>
            <p:ph type="body" idx="2"/>
          </p:nvPr>
        </p:nvSpPr>
        <p:spPr>
          <a:xfrm>
            <a:off x="0" y="3402061"/>
            <a:ext cx="3585581" cy="3434641"/>
          </a:xfrm>
        </p:spPr>
        <p:txBody>
          <a:bodyPr anchor="b"/>
          <a:lstStyle>
            <a:lvl1pPr>
              <a:defRPr/>
            </a:lvl1pPr>
          </a:lstStyle>
          <a:p>
            <a:pPr lvl="0"/>
            <a:r>
              <a:rPr lang="pt-PT"/>
              <a:t>Clique para editar os Estilos de título do modelo global</a:t>
            </a:r>
          </a:p>
        </p:txBody>
      </p:sp>
      <p:sp>
        <p:nvSpPr>
          <p:cNvPr id="7" name="Marcador de Posição da Imagem 2"/>
          <p:cNvSpPr txBox="1">
            <a:spLocks noGrp="1"/>
          </p:cNvSpPr>
          <p:nvPr>
            <p:ph type="pic" idx="1"/>
          </p:nvPr>
        </p:nvSpPr>
        <p:spPr>
          <a:xfrm>
            <a:off x="5366156" y="832104"/>
            <a:ext cx="6707160" cy="5917045"/>
          </a:xfrm>
          <a:blipFill>
            <a:blip r:embed="rId2">
              <a:alphaModFix amt="70000"/>
            </a:blip>
            <a:stretch>
              <a:fillRect/>
            </a:stretch>
          </a:blipFill>
        </p:spPr>
        <p:txBody>
          <a:bodyPr/>
          <a:lstStyle>
            <a:lvl1pPr>
              <a:defRPr sz="3200"/>
            </a:lvl1pPr>
          </a:lstStyle>
          <a:p>
            <a:pPr lvl="0"/>
            <a:r>
              <a:rPr lang="pt-PT"/>
              <a:t> </a:t>
            </a:r>
          </a:p>
        </p:txBody>
      </p:sp>
    </p:spTree>
    <p:extLst>
      <p:ext uri="{BB962C8B-B14F-4D97-AF65-F5344CB8AC3E}">
        <p14:creationId xmlns:p14="http://schemas.microsoft.com/office/powerpoint/2010/main" val="1223779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úmero Grande">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5504688"/>
            <a:ext cx="5902653" cy="1353312"/>
          </a:xfrm>
        </p:spPr>
        <p:txBody>
          <a:bodyPr anchor="b"/>
          <a:lstStyle>
            <a:lvl1pPr>
              <a:lnSpc>
                <a:spcPct val="120000"/>
              </a:lnSpc>
              <a:defRPr sz="2000" spc="0"/>
            </a:lvl1pPr>
          </a:lstStyle>
          <a:p>
            <a:pPr lvl="0"/>
            <a:r>
              <a:rPr lang="pt-PT"/>
              <a:t>Clique para editar o estilo do título do Modelo Global</a:t>
            </a:r>
            <a:endParaRPr lang="en-US"/>
          </a:p>
        </p:txBody>
      </p:sp>
      <p:sp>
        <p:nvSpPr>
          <p:cNvPr id="3" name="Marcador de Posição de Conteúdo 6"/>
          <p:cNvSpPr txBox="1">
            <a:spLocks noGrp="1"/>
          </p:cNvSpPr>
          <p:nvPr>
            <p:ph idx="4294967295"/>
          </p:nvPr>
        </p:nvSpPr>
        <p:spPr>
          <a:xfrm>
            <a:off x="-54589" y="-156947"/>
            <a:ext cx="5957251" cy="4510588"/>
          </a:xfrm>
        </p:spPr>
        <p:txBody>
          <a:bodyPr/>
          <a:lstStyle>
            <a:lvl1pPr>
              <a:lnSpc>
                <a:spcPct val="90000"/>
              </a:lnSpc>
              <a:spcBef>
                <a:spcPts val="0"/>
              </a:spcBef>
              <a:defRPr sz="15000"/>
            </a:lvl1pPr>
          </a:lstStyle>
          <a:p>
            <a:pPr lvl="0"/>
            <a:r>
              <a:rPr lang="pt-PT"/>
              <a:t>##%</a:t>
            </a:r>
          </a:p>
        </p:txBody>
      </p:sp>
      <p:pic>
        <p:nvPicPr>
          <p:cNvPr id="4" name="Gráfico 5"/>
          <p:cNvPicPr>
            <a:picLocks noChangeAspect="1"/>
          </p:cNvPicPr>
          <p:nvPr/>
        </p:nvPicPr>
        <p:blipFill>
          <a:blip r:embed="rId2"/>
          <a:stretch>
            <a:fillRect/>
          </a:stretch>
        </p:blipFill>
        <p:spPr>
          <a:xfrm>
            <a:off x="11110097" y="5852160"/>
            <a:ext cx="1005840" cy="1005840"/>
          </a:xfrm>
          <a:prstGeom prst="rect">
            <a:avLst/>
          </a:prstGeom>
          <a:noFill/>
          <a:ln cap="flat">
            <a:noFill/>
          </a:ln>
        </p:spPr>
      </p:pic>
      <p:sp>
        <p:nvSpPr>
          <p:cNvPr id="5" name="Marcador de Posição do Número do Diapositivo 4"/>
          <p:cNvSpPr txBox="1">
            <a:spLocks noGrp="1"/>
          </p:cNvSpPr>
          <p:nvPr>
            <p:ph type="sldNum" sz="quarter" idx="8"/>
          </p:nvPr>
        </p:nvSpPr>
        <p:spPr>
          <a:xfrm>
            <a:off x="11762795" y="100702"/>
            <a:ext cx="429210" cy="365129"/>
          </a:xfrm>
        </p:spPr>
        <p:txBody>
          <a:bodyPr/>
          <a:lstStyle>
            <a:lvl1pPr>
              <a:defRPr/>
            </a:lvl1pPr>
          </a:lstStyle>
          <a:p>
            <a:pPr lvl="0"/>
            <a:fld id="{A24CF63F-37F4-40FA-A23B-A4D7CE2223E6}" type="slidenum">
              <a:t>‹#›</a:t>
            </a:fld>
            <a:endParaRPr lang="en-US"/>
          </a:p>
        </p:txBody>
      </p:sp>
    </p:spTree>
    <p:extLst>
      <p:ext uri="{BB962C8B-B14F-4D97-AF65-F5344CB8AC3E}">
        <p14:creationId xmlns:p14="http://schemas.microsoft.com/office/powerpoint/2010/main" val="4186010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úmero Grande 2">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5861715"/>
            <a:ext cx="5902653" cy="996284"/>
          </a:xfrm>
        </p:spPr>
        <p:txBody>
          <a:bodyPr anchor="b"/>
          <a:lstStyle>
            <a:lvl1pPr>
              <a:lnSpc>
                <a:spcPct val="120000"/>
              </a:lnSpc>
              <a:defRPr sz="2000" spc="0"/>
            </a:lvl1pPr>
          </a:lstStyle>
          <a:p>
            <a:pPr lvl="0"/>
            <a:r>
              <a:rPr lang="pt-PT"/>
              <a:t>Clique para editar o estilo do título do Modelo Global</a:t>
            </a:r>
            <a:endParaRPr lang="en-US"/>
          </a:p>
        </p:txBody>
      </p:sp>
      <p:pic>
        <p:nvPicPr>
          <p:cNvPr id="3" name="Gráfico 5"/>
          <p:cNvPicPr>
            <a:picLocks noChangeAspect="1"/>
          </p:cNvPicPr>
          <p:nvPr/>
        </p:nvPicPr>
        <p:blipFill>
          <a:blip r:embed="rId2"/>
          <a:stretch>
            <a:fillRect/>
          </a:stretch>
        </p:blipFill>
        <p:spPr>
          <a:xfrm>
            <a:off x="11110097" y="5852160"/>
            <a:ext cx="1005840" cy="1005840"/>
          </a:xfrm>
          <a:prstGeom prst="rect">
            <a:avLst/>
          </a:prstGeom>
          <a:noFill/>
          <a:ln cap="flat">
            <a:noFill/>
          </a:ln>
        </p:spPr>
      </p:pic>
      <p:sp>
        <p:nvSpPr>
          <p:cNvPr id="4" name="Marcador de Posição do Rodapé 8"/>
          <p:cNvSpPr txBox="1">
            <a:spLocks noGrp="1"/>
          </p:cNvSpPr>
          <p:nvPr>
            <p:ph type="ftr" sz="quarter" idx="9"/>
          </p:nvPr>
        </p:nvSpPr>
        <p:spPr/>
        <p:txBody>
          <a:bodyPr/>
          <a:lstStyle>
            <a:lvl1pPr>
              <a:defRPr/>
            </a:lvl1pPr>
          </a:lstStyle>
          <a:p>
            <a:pPr lvl="0"/>
            <a:r>
              <a:rPr lang="pt-PT"/>
              <a:t>Texto de rodapé de exemplo</a:t>
            </a:r>
          </a:p>
        </p:txBody>
      </p:sp>
      <p:sp>
        <p:nvSpPr>
          <p:cNvPr id="5" name="Marcador de Posição da Data 7"/>
          <p:cNvSpPr txBox="1">
            <a:spLocks noGrp="1"/>
          </p:cNvSpPr>
          <p:nvPr>
            <p:ph type="dt" sz="half" idx="7"/>
          </p:nvPr>
        </p:nvSpPr>
        <p:spPr/>
        <p:txBody>
          <a:bodyPr/>
          <a:lstStyle>
            <a:lvl1pPr>
              <a:defRPr/>
            </a:lvl1pPr>
          </a:lstStyle>
          <a:p>
            <a:pPr lvl="0"/>
            <a:endParaRPr lang="en-US"/>
          </a:p>
        </p:txBody>
      </p:sp>
      <p:sp>
        <p:nvSpPr>
          <p:cNvPr id="6" name="Marcador de Posição do Número do Diapositivo 9"/>
          <p:cNvSpPr txBox="1">
            <a:spLocks noGrp="1"/>
          </p:cNvSpPr>
          <p:nvPr>
            <p:ph type="sldNum" sz="quarter" idx="8"/>
          </p:nvPr>
        </p:nvSpPr>
        <p:spPr/>
        <p:txBody>
          <a:bodyPr/>
          <a:lstStyle>
            <a:lvl1pPr>
              <a:defRPr/>
            </a:lvl1pPr>
          </a:lstStyle>
          <a:p>
            <a:pPr lvl="0"/>
            <a:fld id="{18A1155A-B79E-4624-9898-3D9C017A5E82}" type="slidenum">
              <a:t>‹#›</a:t>
            </a:fld>
            <a:endParaRPr lang="en-US"/>
          </a:p>
        </p:txBody>
      </p:sp>
      <p:sp>
        <p:nvSpPr>
          <p:cNvPr id="7" name="Marcador de Posição de Conteúdo 6"/>
          <p:cNvSpPr txBox="1">
            <a:spLocks noGrp="1"/>
          </p:cNvSpPr>
          <p:nvPr>
            <p:ph idx="4294967295"/>
          </p:nvPr>
        </p:nvSpPr>
        <p:spPr>
          <a:xfrm>
            <a:off x="-71652" y="975811"/>
            <a:ext cx="6045957" cy="4510588"/>
          </a:xfrm>
        </p:spPr>
        <p:txBody>
          <a:bodyPr anchor="b"/>
          <a:lstStyle>
            <a:lvl1pPr>
              <a:lnSpc>
                <a:spcPct val="90000"/>
              </a:lnSpc>
              <a:spcBef>
                <a:spcPts val="0"/>
              </a:spcBef>
              <a:defRPr sz="15000"/>
            </a:lvl1pPr>
          </a:lstStyle>
          <a:p>
            <a:pPr lvl="0"/>
            <a:r>
              <a:rPr lang="pt-PT"/>
              <a:t>##%</a:t>
            </a:r>
          </a:p>
        </p:txBody>
      </p:sp>
    </p:spTree>
    <p:extLst>
      <p:ext uri="{BB962C8B-B14F-4D97-AF65-F5344CB8AC3E}">
        <p14:creationId xmlns:p14="http://schemas.microsoft.com/office/powerpoint/2010/main" val="4194029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úmero Grande 3">
    <p:bg>
      <p:bgPr>
        <a:solidFill>
          <a:srgbClr val="FFFFFF"/>
        </a:solidFill>
        <a:effectLst/>
      </p:bgPr>
    </p:bg>
    <p:spTree>
      <p:nvGrpSpPr>
        <p:cNvPr id="1" name=""/>
        <p:cNvGrpSpPr/>
        <p:nvPr/>
      </p:nvGrpSpPr>
      <p:grpSpPr>
        <a:xfrm>
          <a:off x="0" y="0"/>
          <a:ext cx="0" cy="0"/>
          <a:chOff x="0" y="0"/>
          <a:chExt cx="0" cy="0"/>
        </a:xfrm>
      </p:grpSpPr>
      <p:sp>
        <p:nvSpPr>
          <p:cNvPr id="2" name="Oval 5"/>
          <p:cNvSpPr/>
          <p:nvPr/>
        </p:nvSpPr>
        <p:spPr>
          <a:xfrm>
            <a:off x="8519419" y="3176278"/>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3" name="Título 1"/>
          <p:cNvSpPr txBox="1">
            <a:spLocks noGrp="1"/>
          </p:cNvSpPr>
          <p:nvPr>
            <p:ph type="title"/>
          </p:nvPr>
        </p:nvSpPr>
        <p:spPr>
          <a:xfrm>
            <a:off x="0" y="5504688"/>
            <a:ext cx="5902653" cy="1353312"/>
          </a:xfrm>
        </p:spPr>
        <p:txBody>
          <a:bodyPr anchor="b"/>
          <a:lstStyle>
            <a:lvl1pPr>
              <a:lnSpc>
                <a:spcPct val="120000"/>
              </a:lnSpc>
              <a:defRPr sz="2000" spc="0"/>
            </a:lvl1pPr>
          </a:lstStyle>
          <a:p>
            <a:pPr lvl="0"/>
            <a:r>
              <a:rPr lang="pt-PT"/>
              <a:t>Clique para editar o estilo do título do Modelo Global</a:t>
            </a:r>
            <a:endParaRPr lang="en-US"/>
          </a:p>
        </p:txBody>
      </p:sp>
      <p:sp>
        <p:nvSpPr>
          <p:cNvPr id="4" name="Marcador de Posição de Conteúdo 6"/>
          <p:cNvSpPr txBox="1">
            <a:spLocks noGrp="1"/>
          </p:cNvSpPr>
          <p:nvPr>
            <p:ph idx="4294967295"/>
          </p:nvPr>
        </p:nvSpPr>
        <p:spPr>
          <a:xfrm>
            <a:off x="-54589" y="-156947"/>
            <a:ext cx="5957251" cy="4510588"/>
          </a:xfrm>
        </p:spPr>
        <p:txBody>
          <a:bodyPr/>
          <a:lstStyle>
            <a:lvl1pPr>
              <a:lnSpc>
                <a:spcPct val="90000"/>
              </a:lnSpc>
              <a:spcBef>
                <a:spcPts val="0"/>
              </a:spcBef>
              <a:defRPr sz="15000"/>
            </a:lvl1pPr>
          </a:lstStyle>
          <a:p>
            <a:pPr lvl="0"/>
            <a:r>
              <a:rPr lang="pt-PT"/>
              <a:t>##%</a:t>
            </a:r>
          </a:p>
        </p:txBody>
      </p:sp>
      <p:sp>
        <p:nvSpPr>
          <p:cNvPr id="5" name="Marcador de Posição da Data 3"/>
          <p:cNvSpPr txBox="1">
            <a:spLocks noGrp="1"/>
          </p:cNvSpPr>
          <p:nvPr>
            <p:ph type="dt" sz="half" idx="7"/>
          </p:nvPr>
        </p:nvSpPr>
        <p:spPr>
          <a:xfrm>
            <a:off x="6190488" y="100702"/>
            <a:ext cx="5332003" cy="365129"/>
          </a:xfrm>
        </p:spPr>
        <p:txBody>
          <a:bodyPr/>
          <a:lstStyle>
            <a:lvl1pPr>
              <a:defRPr/>
            </a:lvl1pPr>
          </a:lstStyle>
          <a:p>
            <a:pPr lvl="0"/>
            <a:endParaRPr lang="en-US"/>
          </a:p>
        </p:txBody>
      </p:sp>
      <p:sp>
        <p:nvSpPr>
          <p:cNvPr id="6"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AF893E76-2E5C-413E-B076-FDD5CA62DBF7}" type="slidenum">
              <a:t>‹#›</a:t>
            </a:fld>
            <a:endParaRPr lang="en-US"/>
          </a:p>
        </p:txBody>
      </p:sp>
    </p:spTree>
    <p:extLst>
      <p:ext uri="{BB962C8B-B14F-4D97-AF65-F5344CB8AC3E}">
        <p14:creationId xmlns:p14="http://schemas.microsoft.com/office/powerpoint/2010/main" val="5760395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úmero Grande 4">
    <p:bg>
      <p:bgPr>
        <a:solidFill>
          <a:srgbClr val="FFFFFF"/>
        </a:solidFill>
        <a:effectLst/>
      </p:bgPr>
    </p:bg>
    <p:spTree>
      <p:nvGrpSpPr>
        <p:cNvPr id="1" name=""/>
        <p:cNvGrpSpPr/>
        <p:nvPr/>
      </p:nvGrpSpPr>
      <p:grpSpPr>
        <a:xfrm>
          <a:off x="0" y="0"/>
          <a:ext cx="0" cy="0"/>
          <a:chOff x="0" y="0"/>
          <a:chExt cx="0" cy="0"/>
        </a:xfrm>
      </p:grpSpPr>
      <p:pic>
        <p:nvPicPr>
          <p:cNvPr id="2" name="Gráfico 5"/>
          <p:cNvPicPr>
            <a:picLocks noChangeAspect="1"/>
          </p:cNvPicPr>
          <p:nvPr/>
        </p:nvPicPr>
        <p:blipFill>
          <a:blip r:embed="rId2"/>
          <a:stretch>
            <a:fillRect/>
          </a:stretch>
        </p:blipFill>
        <p:spPr>
          <a:xfrm rot="5400013" flipH="1">
            <a:off x="11365050" y="99441"/>
            <a:ext cx="731520" cy="731520"/>
          </a:xfrm>
          <a:prstGeom prst="rect">
            <a:avLst/>
          </a:prstGeom>
          <a:noFill/>
          <a:ln cap="flat">
            <a:noFill/>
          </a:ln>
        </p:spPr>
      </p:pic>
      <p:sp>
        <p:nvSpPr>
          <p:cNvPr id="3" name="Título 2"/>
          <p:cNvSpPr txBox="1">
            <a:spLocks noGrp="1"/>
          </p:cNvSpPr>
          <p:nvPr>
            <p:ph type="title"/>
          </p:nvPr>
        </p:nvSpPr>
        <p:spPr>
          <a:xfrm>
            <a:off x="6217307" y="1406493"/>
            <a:ext cx="5355997" cy="4175443"/>
          </a:xfrm>
        </p:spPr>
        <p:txBody>
          <a:bodyPr anchor="b"/>
          <a:lstStyle>
            <a:lvl1pPr>
              <a:defRPr sz="2000" spc="0"/>
            </a:lvl1pPr>
          </a:lstStyle>
          <a:p>
            <a:pPr lvl="0"/>
            <a:r>
              <a:rPr lang="pt-PT"/>
              <a:t>Clique para editar o estilo do título do Modelo Global</a:t>
            </a:r>
          </a:p>
        </p:txBody>
      </p:sp>
      <p:sp>
        <p:nvSpPr>
          <p:cNvPr id="4" name="Marcador de Posição da Data 2"/>
          <p:cNvSpPr txBox="1">
            <a:spLocks noGrp="1"/>
          </p:cNvSpPr>
          <p:nvPr>
            <p:ph type="dt" sz="half" idx="7"/>
          </p:nvPr>
        </p:nvSpPr>
        <p:spPr>
          <a:xfrm>
            <a:off x="0" y="99441"/>
            <a:ext cx="3345186" cy="365129"/>
          </a:xfrm>
        </p:spPr>
        <p:txBody>
          <a:bodyPr/>
          <a:lstStyle>
            <a:lvl1pPr>
              <a:defRPr/>
            </a:lvl1pPr>
          </a:lstStyle>
          <a:p>
            <a:pPr lvl="0"/>
            <a:endParaRPr lang="en-US"/>
          </a:p>
        </p:txBody>
      </p:sp>
      <p:sp>
        <p:nvSpPr>
          <p:cNvPr id="5" name="Marcador de Posição de Conteúdo 6"/>
          <p:cNvSpPr txBox="1">
            <a:spLocks noGrp="1"/>
          </p:cNvSpPr>
          <p:nvPr>
            <p:ph idx="4294967295"/>
          </p:nvPr>
        </p:nvSpPr>
        <p:spPr>
          <a:xfrm>
            <a:off x="478212" y="1378421"/>
            <a:ext cx="5424440" cy="4606116"/>
          </a:xfrm>
        </p:spPr>
        <p:txBody>
          <a:bodyPr anchor="b"/>
          <a:lstStyle>
            <a:lvl1pPr>
              <a:lnSpc>
                <a:spcPct val="90000"/>
              </a:lnSpc>
              <a:spcBef>
                <a:spcPts val="0"/>
              </a:spcBef>
              <a:defRPr sz="15000"/>
            </a:lvl1pPr>
          </a:lstStyle>
          <a:p>
            <a:pPr lvl="0"/>
            <a:r>
              <a:rPr lang="pt-PT"/>
              <a:t>##%</a:t>
            </a:r>
          </a:p>
        </p:txBody>
      </p:sp>
      <p:sp>
        <p:nvSpPr>
          <p:cNvPr id="6" name="Marcador de Posição do Número do Diapositivo 4"/>
          <p:cNvSpPr txBox="1">
            <a:spLocks noGrp="1"/>
          </p:cNvSpPr>
          <p:nvPr>
            <p:ph type="sldNum" sz="quarter" idx="8"/>
          </p:nvPr>
        </p:nvSpPr>
        <p:spPr>
          <a:xfrm>
            <a:off x="11762795" y="6393429"/>
            <a:ext cx="429210" cy="365129"/>
          </a:xfrm>
        </p:spPr>
        <p:txBody>
          <a:bodyPr/>
          <a:lstStyle>
            <a:lvl1pPr>
              <a:defRPr/>
            </a:lvl1pPr>
          </a:lstStyle>
          <a:p>
            <a:pPr lvl="0"/>
            <a:fld id="{19D675B1-9560-467D-B34A-36B85616D759}" type="slidenum">
              <a:t>‹#›</a:t>
            </a:fld>
            <a:endParaRPr lang="en-US"/>
          </a:p>
        </p:txBody>
      </p:sp>
    </p:spTree>
    <p:extLst>
      <p:ext uri="{BB962C8B-B14F-4D97-AF65-F5344CB8AC3E}">
        <p14:creationId xmlns:p14="http://schemas.microsoft.com/office/powerpoint/2010/main" val="4090237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rovativo">
    <p:spTree>
      <p:nvGrpSpPr>
        <p:cNvPr id="1" name=""/>
        <p:cNvGrpSpPr/>
        <p:nvPr/>
      </p:nvGrpSpPr>
      <p:grpSpPr>
        <a:xfrm>
          <a:off x="0" y="0"/>
          <a:ext cx="0" cy="0"/>
          <a:chOff x="0" y="0"/>
          <a:chExt cx="0" cy="0"/>
        </a:xfrm>
      </p:grpSpPr>
      <p:sp>
        <p:nvSpPr>
          <p:cNvPr id="2" name="Título 1"/>
          <p:cNvSpPr txBox="1">
            <a:spLocks noGrp="1"/>
          </p:cNvSpPr>
          <p:nvPr>
            <p:ph type="title"/>
          </p:nvPr>
        </p:nvSpPr>
        <p:spPr>
          <a:xfrm>
            <a:off x="612648" y="-1133856"/>
            <a:ext cx="10652760" cy="1005840"/>
          </a:xfrm>
        </p:spPr>
        <p:txBody>
          <a:bodyPr/>
          <a:lstStyle>
            <a:lvl1pPr>
              <a:defRPr/>
            </a:lvl1pPr>
          </a:lstStyle>
          <a:p>
            <a:pPr lvl="0"/>
            <a:r>
              <a:rPr lang="pt-PT"/>
              <a:t>Clique para editar o estilo do título do Modelo Global</a:t>
            </a:r>
          </a:p>
        </p:txBody>
      </p:sp>
      <p:pic>
        <p:nvPicPr>
          <p:cNvPr id="3" name="Gráfico 2"/>
          <p:cNvPicPr>
            <a:picLocks noChangeAspect="1"/>
          </p:cNvPicPr>
          <p:nvPr/>
        </p:nvPicPr>
        <p:blipFill>
          <a:blip r:embed="rId2"/>
          <a:stretch>
            <a:fillRect/>
          </a:stretch>
        </p:blipFill>
        <p:spPr>
          <a:xfrm>
            <a:off x="11096454" y="5852160"/>
            <a:ext cx="1005840" cy="1005840"/>
          </a:xfrm>
          <a:prstGeom prst="rect">
            <a:avLst/>
          </a:prstGeom>
          <a:noFill/>
          <a:ln cap="flat">
            <a:noFill/>
          </a:ln>
        </p:spPr>
      </p:pic>
      <p:sp>
        <p:nvSpPr>
          <p:cNvPr id="4" name="Marcador de Posição do Rodapé 11"/>
          <p:cNvSpPr txBox="1">
            <a:spLocks noGrp="1"/>
          </p:cNvSpPr>
          <p:nvPr>
            <p:ph type="ftr" sz="quarter" idx="9"/>
          </p:nvPr>
        </p:nvSpPr>
        <p:spPr/>
        <p:txBody>
          <a:bodyPr/>
          <a:lstStyle>
            <a:lvl1pPr>
              <a:defRPr/>
            </a:lvl1pPr>
          </a:lstStyle>
          <a:p>
            <a:pPr lvl="0"/>
            <a:r>
              <a:rPr lang="pt-PT"/>
              <a:t>Texto de rodapé de exemplo</a:t>
            </a:r>
          </a:p>
        </p:txBody>
      </p:sp>
      <p:sp>
        <p:nvSpPr>
          <p:cNvPr id="5" name="Marcador de Posição da Data 10"/>
          <p:cNvSpPr txBox="1">
            <a:spLocks noGrp="1"/>
          </p:cNvSpPr>
          <p:nvPr>
            <p:ph type="dt" sz="half" idx="7"/>
          </p:nvPr>
        </p:nvSpPr>
        <p:spPr/>
        <p:txBody>
          <a:bodyPr/>
          <a:lstStyle>
            <a:lvl1pPr>
              <a:defRPr/>
            </a:lvl1pPr>
          </a:lstStyle>
          <a:p>
            <a:pPr lvl="0"/>
            <a:endParaRPr lang="en-US"/>
          </a:p>
        </p:txBody>
      </p:sp>
      <p:sp>
        <p:nvSpPr>
          <p:cNvPr id="6" name="Marcador de Posição do Número do Diapositivo 12"/>
          <p:cNvSpPr txBox="1">
            <a:spLocks noGrp="1"/>
          </p:cNvSpPr>
          <p:nvPr>
            <p:ph type="sldNum" sz="quarter" idx="8"/>
          </p:nvPr>
        </p:nvSpPr>
        <p:spPr/>
        <p:txBody>
          <a:bodyPr/>
          <a:lstStyle>
            <a:lvl1pPr>
              <a:defRPr/>
            </a:lvl1pPr>
          </a:lstStyle>
          <a:p>
            <a:pPr lvl="0"/>
            <a:fld id="{5030E109-8451-4B95-8169-6D9C6BC0FA98}" type="slidenum">
              <a:t>‹#›</a:t>
            </a:fld>
            <a:endParaRPr lang="en-US"/>
          </a:p>
        </p:txBody>
      </p:sp>
      <p:sp>
        <p:nvSpPr>
          <p:cNvPr id="7" name="Marcador de Posição de Conteúdo 6"/>
          <p:cNvSpPr txBox="1">
            <a:spLocks noGrp="1"/>
          </p:cNvSpPr>
          <p:nvPr>
            <p:ph idx="4294967295"/>
          </p:nvPr>
        </p:nvSpPr>
        <p:spPr>
          <a:xfrm>
            <a:off x="-17474" y="1016757"/>
            <a:ext cx="10082695" cy="5841242"/>
          </a:xfrm>
        </p:spPr>
        <p:txBody>
          <a:bodyPr anchor="b">
            <a:noAutofit/>
          </a:bodyPr>
          <a:lstStyle>
            <a:lvl1pPr>
              <a:defRPr sz="5600" spc="-200"/>
            </a:lvl1pPr>
            <a:lvl2pPr>
              <a:defRPr sz="5600" spc="-200"/>
            </a:lvl2pPr>
            <a:lvl3pPr>
              <a:defRPr sz="5600" spc="-200"/>
            </a:lvl3pPr>
            <a:lvl4pPr>
              <a:defRPr sz="5600" spc="-200"/>
            </a:lvl4pPr>
            <a:lvl5pPr>
              <a:defRPr sz="5600" spc="-200"/>
            </a:lvl5pPr>
          </a:lstStyle>
          <a:p>
            <a:pPr lvl="0"/>
            <a:r>
              <a:rPr lang="pt-PT"/>
              <a:t>Clique para adicionar Declaração</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17833085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eclaração 2">
    <p:spTree>
      <p:nvGrpSpPr>
        <p:cNvPr id="1" name=""/>
        <p:cNvGrpSpPr/>
        <p:nvPr/>
      </p:nvGrpSpPr>
      <p:grpSpPr>
        <a:xfrm>
          <a:off x="0" y="0"/>
          <a:ext cx="0" cy="0"/>
          <a:chOff x="0" y="0"/>
          <a:chExt cx="0" cy="0"/>
        </a:xfrm>
      </p:grpSpPr>
      <p:sp>
        <p:nvSpPr>
          <p:cNvPr id="2" name="Título 1"/>
          <p:cNvSpPr txBox="1">
            <a:spLocks noGrp="1"/>
          </p:cNvSpPr>
          <p:nvPr>
            <p:ph type="title"/>
          </p:nvPr>
        </p:nvSpPr>
        <p:spPr>
          <a:xfrm>
            <a:off x="572249" y="-1052831"/>
            <a:ext cx="10652760" cy="970086"/>
          </a:xfrm>
        </p:spPr>
        <p:txBody>
          <a:bodyPr/>
          <a:lstStyle>
            <a:lvl1pPr>
              <a:defRPr/>
            </a:lvl1pPr>
          </a:lstStyle>
          <a:p>
            <a:pPr lvl="0"/>
            <a:r>
              <a:rPr lang="pt-PT"/>
              <a:t>Clique para editar o estilo do título do Modelo Global</a:t>
            </a:r>
          </a:p>
        </p:txBody>
      </p:sp>
      <p:sp>
        <p:nvSpPr>
          <p:cNvPr id="3" name="Marcador de Posição de Conteúdo 6"/>
          <p:cNvSpPr txBox="1">
            <a:spLocks noGrp="1"/>
          </p:cNvSpPr>
          <p:nvPr>
            <p:ph idx="4294967295"/>
          </p:nvPr>
        </p:nvSpPr>
        <p:spPr>
          <a:xfrm>
            <a:off x="-17474" y="81884"/>
            <a:ext cx="8206127" cy="4667536"/>
          </a:xfrm>
        </p:spPr>
        <p:txBody>
          <a:bodyPr>
            <a:noAutofit/>
          </a:bodyPr>
          <a:lstStyle>
            <a:lvl1pPr>
              <a:defRPr sz="5600" spc="-200"/>
            </a:lvl1pPr>
            <a:lvl2pPr>
              <a:defRPr sz="5600" spc="-200"/>
            </a:lvl2pPr>
            <a:lvl3pPr>
              <a:defRPr sz="5600" spc="-200"/>
            </a:lvl3pPr>
            <a:lvl4pPr>
              <a:defRPr sz="5600" spc="-200"/>
            </a:lvl4pPr>
            <a:lvl5pPr>
              <a:defRPr sz="5600" spc="-200"/>
            </a:lvl5pPr>
          </a:lstStyle>
          <a:p>
            <a:pPr lvl="0"/>
            <a:r>
              <a:rPr lang="pt-PT"/>
              <a:t>Clique para adicionar Declaração</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Número do Diapositivo 9"/>
          <p:cNvSpPr txBox="1">
            <a:spLocks noGrp="1"/>
          </p:cNvSpPr>
          <p:nvPr>
            <p:ph type="sldNum" sz="quarter" idx="8"/>
          </p:nvPr>
        </p:nvSpPr>
        <p:spPr>
          <a:xfrm>
            <a:off x="11762795" y="109728"/>
            <a:ext cx="429210" cy="365129"/>
          </a:xfrm>
        </p:spPr>
        <p:txBody>
          <a:bodyPr/>
          <a:lstStyle>
            <a:lvl1pPr>
              <a:defRPr/>
            </a:lvl1pPr>
          </a:lstStyle>
          <a:p>
            <a:pPr lvl="0"/>
            <a:fld id="{10D0689B-D8A6-4450-B85C-5DBCABE0A820}" type="slidenum">
              <a:t>‹#›</a:t>
            </a:fld>
            <a:endParaRPr lang="en-US"/>
          </a:p>
        </p:txBody>
      </p:sp>
      <p:sp>
        <p:nvSpPr>
          <p:cNvPr id="5" name="Oval 9"/>
          <p:cNvSpPr/>
          <p:nvPr/>
        </p:nvSpPr>
        <p:spPr>
          <a:xfrm>
            <a:off x="8552511" y="3218514"/>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6" name="Marcador de Posição do Rodapé 4"/>
          <p:cNvSpPr txBox="1">
            <a:spLocks noGrp="1"/>
          </p:cNvSpPr>
          <p:nvPr>
            <p:ph type="ftr" sz="quarter" idx="9"/>
          </p:nvPr>
        </p:nvSpPr>
        <p:spPr>
          <a:xfrm>
            <a:off x="0" y="6411672"/>
            <a:ext cx="5898629" cy="365129"/>
          </a:xfrm>
        </p:spPr>
        <p:txBody>
          <a:bodyPr anchor="b"/>
          <a:lstStyle>
            <a:lvl1pPr>
              <a:defRPr/>
            </a:lvl1pPr>
          </a:lstStyle>
          <a:p>
            <a:pPr lvl="0"/>
            <a:r>
              <a:rPr lang="pt-PT"/>
              <a:t>Texto de rodapé de exemplo</a:t>
            </a:r>
          </a:p>
        </p:txBody>
      </p:sp>
      <p:sp>
        <p:nvSpPr>
          <p:cNvPr id="7" name="Marcador de Posição da Data 3"/>
          <p:cNvSpPr txBox="1">
            <a:spLocks noGrp="1"/>
          </p:cNvSpPr>
          <p:nvPr>
            <p:ph type="dt" sz="half" idx="7"/>
          </p:nvPr>
        </p:nvSpPr>
        <p:spPr>
          <a:xfrm>
            <a:off x="6217920" y="6411672"/>
            <a:ext cx="5332003" cy="365129"/>
          </a:xfrm>
        </p:spPr>
        <p:txBody>
          <a:bodyPr anchor="b"/>
          <a:lstStyle>
            <a:lvl1pPr>
              <a:defRPr/>
            </a:lvl1pPr>
          </a:lstStyle>
          <a:p>
            <a:pPr lvl="0"/>
            <a:endParaRPr lang="en-US"/>
          </a:p>
        </p:txBody>
      </p:sp>
    </p:spTree>
    <p:extLst>
      <p:ext uri="{BB962C8B-B14F-4D97-AF65-F5344CB8AC3E}">
        <p14:creationId xmlns:p14="http://schemas.microsoft.com/office/powerpoint/2010/main" val="107986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claração 3">
    <p:bg>
      <p:bgPr>
        <a:solidFill>
          <a:srgbClr val="000000"/>
        </a:solidFill>
        <a:effectLst/>
      </p:bgPr>
    </p:bg>
    <p:spTree>
      <p:nvGrpSpPr>
        <p:cNvPr id="1" name=""/>
        <p:cNvGrpSpPr/>
        <p:nvPr/>
      </p:nvGrpSpPr>
      <p:grpSpPr>
        <a:xfrm>
          <a:off x="0" y="0"/>
          <a:ext cx="0" cy="0"/>
          <a:chOff x="0" y="0"/>
          <a:chExt cx="0" cy="0"/>
        </a:xfrm>
      </p:grpSpPr>
      <p:sp>
        <p:nvSpPr>
          <p:cNvPr id="2" name="Título 1"/>
          <p:cNvSpPr txBox="1">
            <a:spLocks noGrp="1"/>
          </p:cNvSpPr>
          <p:nvPr>
            <p:ph type="title"/>
          </p:nvPr>
        </p:nvSpPr>
        <p:spPr>
          <a:xfrm>
            <a:off x="572249" y="-1215530"/>
            <a:ext cx="10652760" cy="1133856"/>
          </a:xfrm>
        </p:spPr>
        <p:txBody>
          <a:bodyPr/>
          <a:lstStyle>
            <a:lvl1pPr>
              <a:defRPr>
                <a:solidFill>
                  <a:srgbClr val="FFFFFF"/>
                </a:solidFill>
              </a:defRPr>
            </a:lvl1pPr>
          </a:lstStyle>
          <a:p>
            <a:pPr lvl="0"/>
            <a:r>
              <a:rPr lang="pt-PT"/>
              <a:t>Clique para editar o estilo do título do Modelo Global</a:t>
            </a:r>
          </a:p>
        </p:txBody>
      </p:sp>
      <p:pic>
        <p:nvPicPr>
          <p:cNvPr id="3" name="Gráfico 3"/>
          <p:cNvPicPr>
            <a:picLocks noChangeAspect="1"/>
          </p:cNvPicPr>
          <p:nvPr/>
        </p:nvPicPr>
        <p:blipFill>
          <a:blip r:embed="rId2"/>
          <a:stretch>
            <a:fillRect/>
          </a:stretch>
        </p:blipFill>
        <p:spPr>
          <a:xfrm>
            <a:off x="11096454" y="5852160"/>
            <a:ext cx="1005840" cy="1005840"/>
          </a:xfrm>
          <a:prstGeom prst="rect">
            <a:avLst/>
          </a:prstGeom>
          <a:noFill/>
          <a:ln cap="flat">
            <a:noFill/>
          </a:ln>
        </p:spPr>
      </p:pic>
      <p:sp>
        <p:nvSpPr>
          <p:cNvPr id="4" name="Marcador de Posição do Rodapé 4"/>
          <p:cNvSpPr txBox="1">
            <a:spLocks noGrp="1"/>
          </p:cNvSpPr>
          <p:nvPr>
            <p:ph type="ftr" sz="quarter" idx="9"/>
          </p:nvPr>
        </p:nvSpPr>
        <p:spPr>
          <a:xfrm>
            <a:off x="0" y="100702"/>
            <a:ext cx="5898629" cy="365129"/>
          </a:xfrm>
        </p:spPr>
        <p:txBody>
          <a:bodyPr/>
          <a:lstStyle>
            <a:lvl1pPr>
              <a:defRPr>
                <a:solidFill>
                  <a:srgbClr val="FFFFFF"/>
                </a:solidFill>
              </a:defRPr>
            </a:lvl1pPr>
          </a:lstStyle>
          <a:p>
            <a:pPr lvl="0"/>
            <a:r>
              <a:rPr lang="pt-PT"/>
              <a:t>Texto de rodapé de exemplo</a:t>
            </a:r>
          </a:p>
        </p:txBody>
      </p:sp>
      <p:sp>
        <p:nvSpPr>
          <p:cNvPr id="5" name="Marcador de Posição da Data 3"/>
          <p:cNvSpPr txBox="1">
            <a:spLocks noGrp="1"/>
          </p:cNvSpPr>
          <p:nvPr>
            <p:ph type="dt" sz="half" idx="7"/>
          </p:nvPr>
        </p:nvSpPr>
        <p:spPr>
          <a:xfrm>
            <a:off x="6190488" y="100702"/>
            <a:ext cx="5332003" cy="365129"/>
          </a:xfrm>
        </p:spPr>
        <p:txBody>
          <a:bodyPr/>
          <a:lstStyle>
            <a:lvl1pPr>
              <a:defRPr>
                <a:solidFill>
                  <a:srgbClr val="FFFFFF"/>
                </a:solidFill>
              </a:defRPr>
            </a:lvl1pPr>
          </a:lstStyle>
          <a:p>
            <a:pPr lvl="0"/>
            <a:endParaRPr lang="en-US"/>
          </a:p>
        </p:txBody>
      </p:sp>
      <p:sp>
        <p:nvSpPr>
          <p:cNvPr id="6" name="Marcador de Posição do Número do Diapositivo 5"/>
          <p:cNvSpPr txBox="1">
            <a:spLocks noGrp="1"/>
          </p:cNvSpPr>
          <p:nvPr>
            <p:ph type="sldNum" sz="quarter" idx="8"/>
          </p:nvPr>
        </p:nvSpPr>
        <p:spPr>
          <a:xfrm>
            <a:off x="11762795" y="100702"/>
            <a:ext cx="429210" cy="365129"/>
          </a:xfrm>
        </p:spPr>
        <p:txBody>
          <a:bodyPr/>
          <a:lstStyle>
            <a:lvl1pPr>
              <a:defRPr>
                <a:solidFill>
                  <a:srgbClr val="FFFFFF"/>
                </a:solidFill>
              </a:defRPr>
            </a:lvl1pPr>
          </a:lstStyle>
          <a:p>
            <a:pPr lvl="0"/>
            <a:fld id="{1EC97B8E-0B5E-4117-8FD1-75448AA9EAA0}" type="slidenum">
              <a:t>‹#›</a:t>
            </a:fld>
            <a:endParaRPr lang="en-US"/>
          </a:p>
        </p:txBody>
      </p:sp>
      <p:sp>
        <p:nvSpPr>
          <p:cNvPr id="7" name="Marcador de Posição de Conteúdo 6"/>
          <p:cNvSpPr txBox="1">
            <a:spLocks noGrp="1"/>
          </p:cNvSpPr>
          <p:nvPr>
            <p:ph idx="4294967295"/>
          </p:nvPr>
        </p:nvSpPr>
        <p:spPr>
          <a:xfrm>
            <a:off x="-17474" y="1016757"/>
            <a:ext cx="10082695" cy="5841242"/>
          </a:xfrm>
        </p:spPr>
        <p:txBody>
          <a:bodyPr anchor="b">
            <a:noAutofit/>
          </a:bodyPr>
          <a:lstStyle>
            <a:lvl1pPr>
              <a:defRPr sz="5600" spc="-200">
                <a:solidFill>
                  <a:srgbClr val="FFFFFF"/>
                </a:solidFill>
              </a:defRPr>
            </a:lvl1pPr>
            <a:lvl2pPr>
              <a:defRPr sz="5600" spc="-200">
                <a:solidFill>
                  <a:srgbClr val="FFFFFF"/>
                </a:solidFill>
              </a:defRPr>
            </a:lvl2pPr>
            <a:lvl3pPr>
              <a:defRPr sz="5600" spc="-200">
                <a:solidFill>
                  <a:srgbClr val="FFFFFF"/>
                </a:solidFill>
              </a:defRPr>
            </a:lvl3pPr>
            <a:lvl4pPr>
              <a:defRPr sz="5600" spc="-200">
                <a:solidFill>
                  <a:srgbClr val="FFFFFF"/>
                </a:solidFill>
              </a:defRPr>
            </a:lvl4pPr>
            <a:lvl5pPr>
              <a:defRPr sz="5600" spc="-200">
                <a:solidFill>
                  <a:srgbClr val="FFFFFF"/>
                </a:solidFill>
              </a:defRPr>
            </a:lvl5pPr>
          </a:lstStyle>
          <a:p>
            <a:pPr lvl="0"/>
            <a:r>
              <a:rPr lang="pt-PT"/>
              <a:t>Clique para adicionar Declaração</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1097308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itação">
    <p:spTree>
      <p:nvGrpSpPr>
        <p:cNvPr id="1" name=""/>
        <p:cNvGrpSpPr/>
        <p:nvPr/>
      </p:nvGrpSpPr>
      <p:grpSpPr>
        <a:xfrm>
          <a:off x="0" y="0"/>
          <a:ext cx="0" cy="0"/>
          <a:chOff x="0" y="0"/>
          <a:chExt cx="0" cy="0"/>
        </a:xfrm>
      </p:grpSpPr>
      <p:pic>
        <p:nvPicPr>
          <p:cNvPr id="2" name="Gráfico 2"/>
          <p:cNvPicPr>
            <a:picLocks noChangeAspect="1"/>
          </p:cNvPicPr>
          <p:nvPr/>
        </p:nvPicPr>
        <p:blipFill>
          <a:blip r:embed="rId2"/>
          <a:stretch>
            <a:fillRect/>
          </a:stretch>
        </p:blipFill>
        <p:spPr>
          <a:xfrm>
            <a:off x="11083350" y="5852160"/>
            <a:ext cx="1005840" cy="1005840"/>
          </a:xfrm>
          <a:prstGeom prst="rect">
            <a:avLst/>
          </a:prstGeom>
          <a:noFill/>
          <a:ln cap="flat">
            <a:noFill/>
          </a:ln>
        </p:spPr>
      </p:pic>
      <p:sp>
        <p:nvSpPr>
          <p:cNvPr id="3" name="Título 1"/>
          <p:cNvSpPr txBox="1">
            <a:spLocks noGrp="1"/>
          </p:cNvSpPr>
          <p:nvPr>
            <p:ph type="title"/>
          </p:nvPr>
        </p:nvSpPr>
        <p:spPr>
          <a:xfrm>
            <a:off x="0" y="5899928"/>
            <a:ext cx="5902653" cy="958071"/>
          </a:xfrm>
        </p:spPr>
        <p:txBody>
          <a:bodyPr anchor="b"/>
          <a:lstStyle>
            <a:lvl1pPr>
              <a:defRPr sz="2000" spc="0"/>
            </a:lvl1pPr>
          </a:lstStyle>
          <a:p>
            <a:pPr lvl="0"/>
            <a:r>
              <a:rPr lang="pt-PT"/>
              <a:t>Autor da Citação</a:t>
            </a:r>
          </a:p>
        </p:txBody>
      </p:sp>
      <p:sp>
        <p:nvSpPr>
          <p:cNvPr id="4" name="Marcador de Posição de Conteúdo 6"/>
          <p:cNvSpPr txBox="1">
            <a:spLocks noGrp="1"/>
          </p:cNvSpPr>
          <p:nvPr>
            <p:ph idx="4294967295"/>
          </p:nvPr>
        </p:nvSpPr>
        <p:spPr>
          <a:xfrm>
            <a:off x="-18288" y="95536"/>
            <a:ext cx="8961120" cy="4476463"/>
          </a:xfrm>
        </p:spPr>
        <p:txBody>
          <a:bodyPr/>
          <a:lstStyle>
            <a:lvl1pPr marL="164592" indent="-164592">
              <a:spcBef>
                <a:spcPts val="0"/>
              </a:spcBef>
              <a:defRPr sz="5600" spc="-200"/>
            </a:lvl1pPr>
          </a:lstStyle>
          <a:p>
            <a:pPr lvl="0"/>
            <a:r>
              <a:rPr lang="pt-PT"/>
              <a:t>Clique para adicionar Citação</a:t>
            </a:r>
          </a:p>
        </p:txBody>
      </p:sp>
      <p:sp>
        <p:nvSpPr>
          <p:cNvPr id="5" name="Marcador de Posição do Número do Diapositivo 9"/>
          <p:cNvSpPr txBox="1">
            <a:spLocks noGrp="1"/>
          </p:cNvSpPr>
          <p:nvPr>
            <p:ph type="sldNum" sz="quarter" idx="8"/>
          </p:nvPr>
        </p:nvSpPr>
        <p:spPr/>
        <p:txBody>
          <a:bodyPr/>
          <a:lstStyle>
            <a:lvl1pPr>
              <a:defRPr/>
            </a:lvl1pPr>
          </a:lstStyle>
          <a:p>
            <a:pPr lvl="0"/>
            <a:fld id="{918165BC-3AAF-4F9B-A51E-D66D92B6E99C}" type="slidenum">
              <a:t>‹#›</a:t>
            </a:fld>
            <a:endParaRPr lang="en-US"/>
          </a:p>
        </p:txBody>
      </p:sp>
      <p:sp>
        <p:nvSpPr>
          <p:cNvPr id="6" name="Marcador de Posição do Rodapé 3"/>
          <p:cNvSpPr txBox="1">
            <a:spLocks noGrp="1"/>
          </p:cNvSpPr>
          <p:nvPr>
            <p:ph type="ftr" sz="quarter" idx="9"/>
          </p:nvPr>
        </p:nvSpPr>
        <p:spPr>
          <a:xfrm>
            <a:off x="6193030" y="6392561"/>
            <a:ext cx="3104863" cy="365129"/>
          </a:xfrm>
        </p:spPr>
        <p:txBody>
          <a:bodyPr anchor="b"/>
          <a:lstStyle>
            <a:lvl1pPr>
              <a:defRPr/>
            </a:lvl1pPr>
          </a:lstStyle>
          <a:p>
            <a:pPr lvl="0"/>
            <a:r>
              <a:rPr lang="pt-PT"/>
              <a:t>Texto de rodapé de exemplo</a:t>
            </a:r>
          </a:p>
        </p:txBody>
      </p:sp>
    </p:spTree>
    <p:extLst>
      <p:ext uri="{BB962C8B-B14F-4D97-AF65-F5344CB8AC3E}">
        <p14:creationId xmlns:p14="http://schemas.microsoft.com/office/powerpoint/2010/main" val="38318872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itação 2">
    <p:bg>
      <p:bgPr>
        <a:solidFill>
          <a:srgbClr val="FFFFFF"/>
        </a:solidFill>
        <a:effectLst/>
      </p:bgPr>
    </p:bg>
    <p:spTree>
      <p:nvGrpSpPr>
        <p:cNvPr id="1" name=""/>
        <p:cNvGrpSpPr/>
        <p:nvPr/>
      </p:nvGrpSpPr>
      <p:grpSpPr>
        <a:xfrm>
          <a:off x="0" y="0"/>
          <a:ext cx="0" cy="0"/>
          <a:chOff x="0" y="0"/>
          <a:chExt cx="0" cy="0"/>
        </a:xfrm>
      </p:grpSpPr>
      <p:sp>
        <p:nvSpPr>
          <p:cNvPr id="2" name="Oval 4"/>
          <p:cNvSpPr/>
          <p:nvPr/>
        </p:nvSpPr>
        <p:spPr>
          <a:xfrm>
            <a:off x="8519419" y="3176278"/>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454D4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
        <p:nvSpPr>
          <p:cNvPr id="3" name="Título 1"/>
          <p:cNvSpPr txBox="1">
            <a:spLocks noGrp="1"/>
          </p:cNvSpPr>
          <p:nvPr>
            <p:ph type="title"/>
          </p:nvPr>
        </p:nvSpPr>
        <p:spPr>
          <a:xfrm>
            <a:off x="0" y="5940865"/>
            <a:ext cx="5902653" cy="910303"/>
          </a:xfrm>
        </p:spPr>
        <p:txBody>
          <a:bodyPr anchor="b"/>
          <a:lstStyle>
            <a:lvl1pPr>
              <a:defRPr sz="2000" spc="0"/>
            </a:lvl1pPr>
          </a:lstStyle>
          <a:p>
            <a:pPr lvl="0"/>
            <a:r>
              <a:rPr lang="pt-PT"/>
              <a:t>Autor da Citação</a:t>
            </a:r>
          </a:p>
        </p:txBody>
      </p:sp>
      <p:sp>
        <p:nvSpPr>
          <p:cNvPr id="4" name="Marcador de Posição de Conteúdo 6"/>
          <p:cNvSpPr txBox="1">
            <a:spLocks noGrp="1"/>
          </p:cNvSpPr>
          <p:nvPr>
            <p:ph idx="4294967295"/>
          </p:nvPr>
        </p:nvSpPr>
        <p:spPr>
          <a:xfrm>
            <a:off x="0" y="95536"/>
            <a:ext cx="5902653" cy="5001905"/>
          </a:xfrm>
        </p:spPr>
        <p:txBody>
          <a:bodyPr/>
          <a:lstStyle>
            <a:lvl1pPr marL="164592" indent="-164592">
              <a:spcBef>
                <a:spcPts val="0"/>
              </a:spcBef>
              <a:defRPr sz="5600" spc="-200"/>
            </a:lvl1pPr>
          </a:lstStyle>
          <a:p>
            <a:pPr lvl="0"/>
            <a:r>
              <a:rPr lang="pt-PT"/>
              <a:t>Clique para adicionar Citação</a:t>
            </a:r>
          </a:p>
        </p:txBody>
      </p:sp>
      <p:sp>
        <p:nvSpPr>
          <p:cNvPr id="5" name="Marcador de Posição do Rodapé 4"/>
          <p:cNvSpPr txBox="1">
            <a:spLocks noGrp="1"/>
          </p:cNvSpPr>
          <p:nvPr>
            <p:ph type="ftr" sz="quarter" idx="9"/>
          </p:nvPr>
        </p:nvSpPr>
        <p:spPr>
          <a:xfrm>
            <a:off x="6190488" y="100702"/>
            <a:ext cx="5340672" cy="365129"/>
          </a:xfrm>
        </p:spPr>
        <p:txBody>
          <a:bodyPr/>
          <a:lstStyle>
            <a:lvl1pPr>
              <a:defRPr/>
            </a:lvl1pPr>
          </a:lstStyle>
          <a:p>
            <a:pPr lvl="0"/>
            <a:r>
              <a:rPr lang="pt-PT"/>
              <a:t>Texto de rodapé de exemplo</a:t>
            </a:r>
          </a:p>
        </p:txBody>
      </p:sp>
      <p:sp>
        <p:nvSpPr>
          <p:cNvPr id="6" name="Marcador de Posição da Data 3"/>
          <p:cNvSpPr txBox="1">
            <a:spLocks noGrp="1"/>
          </p:cNvSpPr>
          <p:nvPr>
            <p:ph type="dt" sz="half" idx="7"/>
          </p:nvPr>
        </p:nvSpPr>
        <p:spPr>
          <a:xfrm>
            <a:off x="6190488" y="6362971"/>
            <a:ext cx="2511747" cy="365129"/>
          </a:xfrm>
        </p:spPr>
        <p:txBody>
          <a:bodyPr anchor="b"/>
          <a:lstStyle>
            <a:lvl1pPr>
              <a:defRPr/>
            </a:lvl1pPr>
          </a:lstStyle>
          <a:p>
            <a:pPr lvl="0"/>
            <a:endParaRPr lang="en-US"/>
          </a:p>
        </p:txBody>
      </p:sp>
      <p:sp>
        <p:nvSpPr>
          <p:cNvPr id="7"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3F3B94A5-8CE8-44B9-84B6-2B1430712BB3}" type="slidenum">
              <a:t>‹#›</a:t>
            </a:fld>
            <a:endParaRPr lang="en-US"/>
          </a:p>
        </p:txBody>
      </p:sp>
    </p:spTree>
    <p:extLst>
      <p:ext uri="{BB962C8B-B14F-4D97-AF65-F5344CB8AC3E}">
        <p14:creationId xmlns:p14="http://schemas.microsoft.com/office/powerpoint/2010/main" val="3492172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tação 3">
    <p:bg>
      <p:bgPr>
        <a:solidFill>
          <a:srgbClr val="000000"/>
        </a:solidFill>
        <a:effectLst/>
      </p:bgPr>
    </p:bg>
    <p:spTree>
      <p:nvGrpSpPr>
        <p:cNvPr id="1" name=""/>
        <p:cNvGrpSpPr/>
        <p:nvPr/>
      </p:nvGrpSpPr>
      <p:grpSpPr>
        <a:xfrm>
          <a:off x="0" y="0"/>
          <a:ext cx="0" cy="0"/>
          <a:chOff x="0" y="0"/>
          <a:chExt cx="0" cy="0"/>
        </a:xfrm>
      </p:grpSpPr>
      <p:pic>
        <p:nvPicPr>
          <p:cNvPr id="2" name="Gráfico 2"/>
          <p:cNvPicPr>
            <a:picLocks noChangeAspect="1"/>
          </p:cNvPicPr>
          <p:nvPr/>
        </p:nvPicPr>
        <p:blipFill>
          <a:blip r:embed="rId2"/>
          <a:stretch>
            <a:fillRect/>
          </a:stretch>
        </p:blipFill>
        <p:spPr>
          <a:xfrm>
            <a:off x="11342939" y="95536"/>
            <a:ext cx="731520" cy="731520"/>
          </a:xfrm>
          <a:prstGeom prst="rect">
            <a:avLst/>
          </a:prstGeom>
          <a:noFill/>
          <a:ln cap="flat">
            <a:noFill/>
          </a:ln>
        </p:spPr>
      </p:pic>
      <p:sp>
        <p:nvSpPr>
          <p:cNvPr id="3" name="Título 1"/>
          <p:cNvSpPr txBox="1">
            <a:spLocks noGrp="1"/>
          </p:cNvSpPr>
          <p:nvPr>
            <p:ph type="title"/>
          </p:nvPr>
        </p:nvSpPr>
        <p:spPr>
          <a:xfrm>
            <a:off x="0" y="5899928"/>
            <a:ext cx="5902653" cy="958071"/>
          </a:xfrm>
        </p:spPr>
        <p:txBody>
          <a:bodyPr anchor="b"/>
          <a:lstStyle>
            <a:lvl1pPr>
              <a:defRPr sz="2000" spc="0">
                <a:solidFill>
                  <a:srgbClr val="FFFFFF"/>
                </a:solidFill>
              </a:defRPr>
            </a:lvl1pPr>
          </a:lstStyle>
          <a:p>
            <a:pPr lvl="0"/>
            <a:r>
              <a:rPr lang="pt-PT"/>
              <a:t>Autor da Citação</a:t>
            </a:r>
          </a:p>
        </p:txBody>
      </p:sp>
      <p:sp>
        <p:nvSpPr>
          <p:cNvPr id="4" name="Marcador de Posição de Conteúdo 6"/>
          <p:cNvSpPr txBox="1">
            <a:spLocks noGrp="1"/>
          </p:cNvSpPr>
          <p:nvPr>
            <p:ph idx="4294967295"/>
          </p:nvPr>
        </p:nvSpPr>
        <p:spPr>
          <a:xfrm>
            <a:off x="0" y="95536"/>
            <a:ext cx="8961120" cy="4476463"/>
          </a:xfrm>
        </p:spPr>
        <p:txBody>
          <a:bodyPr/>
          <a:lstStyle>
            <a:lvl1pPr marL="164592" indent="-164592">
              <a:spcBef>
                <a:spcPts val="0"/>
              </a:spcBef>
              <a:defRPr sz="5600" spc="-200">
                <a:solidFill>
                  <a:srgbClr val="FFFFFF"/>
                </a:solidFill>
              </a:defRPr>
            </a:lvl1pPr>
          </a:lstStyle>
          <a:p>
            <a:pPr lvl="0"/>
            <a:r>
              <a:rPr lang="pt-PT"/>
              <a:t>Clique para adicionar Citação</a:t>
            </a:r>
          </a:p>
        </p:txBody>
      </p:sp>
      <p:sp>
        <p:nvSpPr>
          <p:cNvPr id="5" name="Marcador de Posição da Data 3"/>
          <p:cNvSpPr txBox="1">
            <a:spLocks noGrp="1"/>
          </p:cNvSpPr>
          <p:nvPr>
            <p:ph type="dt" sz="half" idx="7"/>
          </p:nvPr>
        </p:nvSpPr>
        <p:spPr>
          <a:xfrm>
            <a:off x="6217920" y="6397343"/>
            <a:ext cx="5332003" cy="365129"/>
          </a:xfrm>
        </p:spPr>
        <p:txBody>
          <a:bodyPr anchor="b"/>
          <a:lstStyle>
            <a:lvl1pPr>
              <a:defRPr>
                <a:solidFill>
                  <a:srgbClr val="FFFFFF"/>
                </a:solidFill>
              </a:defRPr>
            </a:lvl1pPr>
          </a:lstStyle>
          <a:p>
            <a:pPr lvl="0"/>
            <a:endParaRPr lang="en-US"/>
          </a:p>
        </p:txBody>
      </p:sp>
      <p:sp>
        <p:nvSpPr>
          <p:cNvPr id="6" name="Marcador de Posição do Número do Diapositivo 5"/>
          <p:cNvSpPr txBox="1">
            <a:spLocks noGrp="1"/>
          </p:cNvSpPr>
          <p:nvPr>
            <p:ph type="sldNum" sz="quarter" idx="8"/>
          </p:nvPr>
        </p:nvSpPr>
        <p:spPr>
          <a:xfrm>
            <a:off x="11762795" y="6397343"/>
            <a:ext cx="429210" cy="365129"/>
          </a:xfrm>
        </p:spPr>
        <p:txBody>
          <a:bodyPr anchor="b"/>
          <a:lstStyle>
            <a:lvl1pPr>
              <a:defRPr>
                <a:solidFill>
                  <a:srgbClr val="FFFFFF"/>
                </a:solidFill>
              </a:defRPr>
            </a:lvl1pPr>
          </a:lstStyle>
          <a:p>
            <a:pPr lvl="0"/>
            <a:fld id="{241DB10F-738A-4821-B08D-4A4AB2D73C74}" type="slidenum">
              <a:t>‹#›</a:t>
            </a:fld>
            <a:endParaRPr lang="en-US"/>
          </a:p>
        </p:txBody>
      </p:sp>
    </p:spTree>
    <p:extLst>
      <p:ext uri="{BB962C8B-B14F-4D97-AF65-F5344CB8AC3E}">
        <p14:creationId xmlns:p14="http://schemas.microsoft.com/office/powerpoint/2010/main" val="3972270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itação 4">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5400501"/>
            <a:ext cx="7462857" cy="1443151"/>
          </a:xfrm>
        </p:spPr>
        <p:txBody>
          <a:bodyPr anchor="b"/>
          <a:lstStyle>
            <a:lvl1pPr>
              <a:lnSpc>
                <a:spcPct val="120000"/>
              </a:lnSpc>
              <a:defRPr sz="1600" spc="0"/>
            </a:lvl1pPr>
          </a:lstStyle>
          <a:p>
            <a:pPr lvl="0"/>
            <a:r>
              <a:rPr lang="pt-PT"/>
              <a:t>Autor da Citação</a:t>
            </a:r>
          </a:p>
        </p:txBody>
      </p:sp>
      <p:sp>
        <p:nvSpPr>
          <p:cNvPr id="3" name="Marcador de Posição de Conteúdo 6"/>
          <p:cNvSpPr txBox="1">
            <a:spLocks noGrp="1"/>
          </p:cNvSpPr>
          <p:nvPr>
            <p:ph idx="4294967295"/>
          </p:nvPr>
        </p:nvSpPr>
        <p:spPr>
          <a:xfrm>
            <a:off x="-18288" y="91440"/>
            <a:ext cx="7490289" cy="5029200"/>
          </a:xfrm>
        </p:spPr>
        <p:txBody>
          <a:bodyPr/>
          <a:lstStyle>
            <a:lvl1pPr marL="164592" indent="-164592">
              <a:spcBef>
                <a:spcPts val="0"/>
              </a:spcBef>
              <a:defRPr sz="5600" spc="-200"/>
            </a:lvl1pPr>
          </a:lstStyle>
          <a:p>
            <a:pPr lvl="0"/>
            <a:r>
              <a:rPr lang="pt-PT"/>
              <a:t>Clique para adicionar Citação</a:t>
            </a:r>
          </a:p>
        </p:txBody>
      </p:sp>
      <p:sp>
        <p:nvSpPr>
          <p:cNvPr id="4"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1B7F23DF-1A08-4904-841F-4D75DC8DEDFD}" type="slidenum">
              <a:t>‹#›</a:t>
            </a:fld>
            <a:endParaRPr lang="en-US"/>
          </a:p>
        </p:txBody>
      </p:sp>
    </p:spTree>
    <p:extLst>
      <p:ext uri="{BB962C8B-B14F-4D97-AF65-F5344CB8AC3E}">
        <p14:creationId xmlns:p14="http://schemas.microsoft.com/office/powerpoint/2010/main" val="3658911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itação 5">
    <p:spTree>
      <p:nvGrpSpPr>
        <p:cNvPr id="1" name=""/>
        <p:cNvGrpSpPr/>
        <p:nvPr/>
      </p:nvGrpSpPr>
      <p:grpSpPr>
        <a:xfrm>
          <a:off x="0" y="0"/>
          <a:ext cx="0" cy="0"/>
          <a:chOff x="0" y="0"/>
          <a:chExt cx="0" cy="0"/>
        </a:xfrm>
      </p:grpSpPr>
      <p:sp>
        <p:nvSpPr>
          <p:cNvPr id="2" name="Título 1"/>
          <p:cNvSpPr txBox="1">
            <a:spLocks noGrp="1"/>
          </p:cNvSpPr>
          <p:nvPr>
            <p:ph type="title"/>
          </p:nvPr>
        </p:nvSpPr>
        <p:spPr>
          <a:xfrm>
            <a:off x="6002862" y="5117082"/>
            <a:ext cx="6053556" cy="1618488"/>
          </a:xfrm>
        </p:spPr>
        <p:txBody>
          <a:bodyPr anchor="b"/>
          <a:lstStyle>
            <a:lvl1pPr>
              <a:defRPr sz="2000" spc="0"/>
            </a:lvl1pPr>
          </a:lstStyle>
          <a:p>
            <a:pPr lvl="0"/>
            <a:r>
              <a:rPr lang="pt-PT"/>
              <a:t>Autor da Citação</a:t>
            </a:r>
          </a:p>
        </p:txBody>
      </p:sp>
      <p:pic>
        <p:nvPicPr>
          <p:cNvPr id="3" name="Gráfico 2"/>
          <p:cNvPicPr>
            <a:picLocks noChangeAspect="1"/>
          </p:cNvPicPr>
          <p:nvPr/>
        </p:nvPicPr>
        <p:blipFill>
          <a:blip r:embed="rId2"/>
          <a:stretch>
            <a:fillRect/>
          </a:stretch>
        </p:blipFill>
        <p:spPr>
          <a:xfrm>
            <a:off x="230465" y="5902452"/>
            <a:ext cx="731520" cy="731520"/>
          </a:xfrm>
          <a:prstGeom prst="rect">
            <a:avLst/>
          </a:prstGeom>
          <a:noFill/>
          <a:ln cap="flat">
            <a:noFill/>
          </a:ln>
        </p:spPr>
      </p:pic>
      <p:sp>
        <p:nvSpPr>
          <p:cNvPr id="4" name="Marcador de Posição do Rodapé 4"/>
          <p:cNvSpPr txBox="1">
            <a:spLocks noGrp="1"/>
          </p:cNvSpPr>
          <p:nvPr>
            <p:ph type="ftr" sz="quarter" idx="9"/>
          </p:nvPr>
        </p:nvSpPr>
        <p:spPr>
          <a:xfrm>
            <a:off x="0" y="100702"/>
            <a:ext cx="5898629" cy="365129"/>
          </a:xfrm>
        </p:spPr>
        <p:txBody>
          <a:bodyPr/>
          <a:lstStyle>
            <a:lvl1pPr>
              <a:defRPr/>
            </a:lvl1pPr>
          </a:lstStyle>
          <a:p>
            <a:pPr lvl="0"/>
            <a:r>
              <a:rPr lang="pt-PT"/>
              <a:t>Texto de rodapé de exemplo</a:t>
            </a:r>
          </a:p>
        </p:txBody>
      </p:sp>
      <p:sp>
        <p:nvSpPr>
          <p:cNvPr id="5" name="Marcador de Posição da Data 3"/>
          <p:cNvSpPr txBox="1">
            <a:spLocks noGrp="1"/>
          </p:cNvSpPr>
          <p:nvPr>
            <p:ph type="dt" sz="half" idx="7"/>
          </p:nvPr>
        </p:nvSpPr>
        <p:spPr>
          <a:xfrm>
            <a:off x="6217920" y="100702"/>
            <a:ext cx="5332003" cy="365129"/>
          </a:xfrm>
        </p:spPr>
        <p:txBody>
          <a:bodyPr/>
          <a:lstStyle>
            <a:lvl1pPr>
              <a:defRPr/>
            </a:lvl1pPr>
          </a:lstStyle>
          <a:p>
            <a:pPr lvl="0"/>
            <a:endParaRPr lang="en-US"/>
          </a:p>
        </p:txBody>
      </p:sp>
      <p:sp>
        <p:nvSpPr>
          <p:cNvPr id="6"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A62AC13D-7771-4AB5-9D7F-51340FE10AA3}" type="slidenum">
              <a:t>‹#›</a:t>
            </a:fld>
            <a:endParaRPr lang="en-US"/>
          </a:p>
        </p:txBody>
      </p:sp>
      <p:sp>
        <p:nvSpPr>
          <p:cNvPr id="7" name="Marcador de Posição de Conteúdo 6"/>
          <p:cNvSpPr txBox="1">
            <a:spLocks noGrp="1"/>
          </p:cNvSpPr>
          <p:nvPr>
            <p:ph idx="4294967295"/>
          </p:nvPr>
        </p:nvSpPr>
        <p:spPr>
          <a:xfrm>
            <a:off x="5967191" y="1040130"/>
            <a:ext cx="6089236" cy="3694176"/>
          </a:xfrm>
        </p:spPr>
        <p:txBody>
          <a:bodyPr anchor="b"/>
          <a:lstStyle>
            <a:lvl1pPr marL="164592" indent="-164592">
              <a:spcBef>
                <a:spcPts val="0"/>
              </a:spcBef>
              <a:defRPr sz="5600" spc="-200"/>
            </a:lvl1pPr>
          </a:lstStyle>
          <a:p>
            <a:pPr lvl="0"/>
            <a:r>
              <a:rPr lang="pt-PT"/>
              <a:t>Clique para adicionar Citação</a:t>
            </a:r>
          </a:p>
        </p:txBody>
      </p:sp>
    </p:spTree>
    <p:extLst>
      <p:ext uri="{BB962C8B-B14F-4D97-AF65-F5344CB8AC3E}">
        <p14:creationId xmlns:p14="http://schemas.microsoft.com/office/powerpoint/2010/main" val="1632253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ó Título">
    <p:spTree>
      <p:nvGrpSpPr>
        <p:cNvPr id="1" name=""/>
        <p:cNvGrpSpPr/>
        <p:nvPr/>
      </p:nvGrpSpPr>
      <p:grpSpPr>
        <a:xfrm>
          <a:off x="0" y="0"/>
          <a:ext cx="0" cy="0"/>
          <a:chOff x="0" y="0"/>
          <a:chExt cx="0" cy="0"/>
        </a:xfrm>
      </p:grpSpPr>
      <p:sp>
        <p:nvSpPr>
          <p:cNvPr id="2" name="Título 9"/>
          <p:cNvSpPr txBox="1">
            <a:spLocks noGrp="1"/>
          </p:cNvSpPr>
          <p:nvPr>
            <p:ph type="title"/>
          </p:nvPr>
        </p:nvSpPr>
        <p:spPr>
          <a:xfrm>
            <a:off x="502920" y="644661"/>
            <a:ext cx="11045952" cy="1088355"/>
          </a:xfrm>
        </p:spPr>
        <p:txBody>
          <a:bodyPr/>
          <a:lstStyle>
            <a:lvl1pPr>
              <a:defRPr/>
            </a:lvl1pPr>
          </a:lstStyle>
          <a:p>
            <a:pPr lvl="0"/>
            <a:r>
              <a:rPr lang="pt-PT"/>
              <a:t>Clique para editar o estilo do título do Modelo Global</a:t>
            </a:r>
          </a:p>
        </p:txBody>
      </p:sp>
      <p:sp>
        <p:nvSpPr>
          <p:cNvPr id="3" name="Marcador de Posição do Rodapé 3"/>
          <p:cNvSpPr txBox="1">
            <a:spLocks noGrp="1"/>
          </p:cNvSpPr>
          <p:nvPr>
            <p:ph type="ftr" sz="quarter" idx="9"/>
          </p:nvPr>
        </p:nvSpPr>
        <p:spPr>
          <a:xfrm>
            <a:off x="530352" y="109728"/>
            <a:ext cx="5276856" cy="365129"/>
          </a:xfrm>
        </p:spPr>
        <p:txBody>
          <a:bodyPr/>
          <a:lstStyle>
            <a:lvl1pPr>
              <a:defRPr/>
            </a:lvl1pPr>
          </a:lstStyle>
          <a:p>
            <a:pPr lvl="0"/>
            <a:r>
              <a:rPr lang="pt-PT"/>
              <a:t>Texto de rodapé de exemplo</a:t>
            </a:r>
          </a:p>
        </p:txBody>
      </p:sp>
      <p:sp>
        <p:nvSpPr>
          <p:cNvPr id="4" name="Marcador de Posição da Data 2"/>
          <p:cNvSpPr txBox="1">
            <a:spLocks noGrp="1"/>
          </p:cNvSpPr>
          <p:nvPr>
            <p:ph type="dt" sz="half" idx="7"/>
          </p:nvPr>
        </p:nvSpPr>
        <p:spPr/>
        <p:txBody>
          <a:bodyPr/>
          <a:lstStyle>
            <a:lvl1pPr>
              <a:defRPr/>
            </a:lvl1pPr>
          </a:lstStyle>
          <a:p>
            <a:pPr lvl="0"/>
            <a:endParaRPr lang="en-US"/>
          </a:p>
        </p:txBody>
      </p:sp>
      <p:sp>
        <p:nvSpPr>
          <p:cNvPr id="5" name="Marcador de Posição do Número do Diapositivo 4"/>
          <p:cNvSpPr txBox="1">
            <a:spLocks noGrp="1"/>
          </p:cNvSpPr>
          <p:nvPr>
            <p:ph type="sldNum" sz="quarter" idx="8"/>
          </p:nvPr>
        </p:nvSpPr>
        <p:spPr>
          <a:xfrm>
            <a:off x="11231931" y="110368"/>
            <a:ext cx="429210" cy="365129"/>
          </a:xfrm>
        </p:spPr>
        <p:txBody>
          <a:bodyPr/>
          <a:lstStyle>
            <a:lvl1pPr>
              <a:defRPr/>
            </a:lvl1pPr>
          </a:lstStyle>
          <a:p>
            <a:pPr lvl="0"/>
            <a:fld id="{BF87EA90-92EE-4826-9EE6-6E50DECB980F}" type="slidenum">
              <a:t>‹#›</a:t>
            </a:fld>
            <a:endParaRPr lang="en-US"/>
          </a:p>
        </p:txBody>
      </p:sp>
    </p:spTree>
    <p:extLst>
      <p:ext uri="{BB962C8B-B14F-4D97-AF65-F5344CB8AC3E}">
        <p14:creationId xmlns:p14="http://schemas.microsoft.com/office/powerpoint/2010/main" val="4232096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Vazio">
    <p:spTree>
      <p:nvGrpSpPr>
        <p:cNvPr id="1" name=""/>
        <p:cNvGrpSpPr/>
        <p:nvPr/>
      </p:nvGrpSpPr>
      <p:grpSpPr>
        <a:xfrm>
          <a:off x="0" y="0"/>
          <a:ext cx="0" cy="0"/>
          <a:chOff x="0" y="0"/>
          <a:chExt cx="0" cy="0"/>
        </a:xfrm>
      </p:grpSpPr>
      <p:sp>
        <p:nvSpPr>
          <p:cNvPr id="2" name="Marcador de Posição do Rodapé 4"/>
          <p:cNvSpPr txBox="1">
            <a:spLocks noGrp="1"/>
          </p:cNvSpPr>
          <p:nvPr>
            <p:ph type="ftr" sz="quarter" idx="9"/>
          </p:nvPr>
        </p:nvSpPr>
        <p:spPr>
          <a:xfrm>
            <a:off x="0" y="100702"/>
            <a:ext cx="5898629" cy="365129"/>
          </a:xfrm>
        </p:spPr>
        <p:txBody>
          <a:bodyPr/>
          <a:lstStyle>
            <a:lvl1pPr>
              <a:defRPr/>
            </a:lvl1pPr>
          </a:lstStyle>
          <a:p>
            <a:pPr lvl="0"/>
            <a:r>
              <a:rPr lang="pt-PT"/>
              <a:t>Texto de rodapé de exemplo</a:t>
            </a:r>
          </a:p>
        </p:txBody>
      </p:sp>
      <p:sp>
        <p:nvSpPr>
          <p:cNvPr id="3" name="Marcador de Posição da Data 3"/>
          <p:cNvSpPr txBox="1">
            <a:spLocks noGrp="1"/>
          </p:cNvSpPr>
          <p:nvPr>
            <p:ph type="dt" sz="half" idx="7"/>
          </p:nvPr>
        </p:nvSpPr>
        <p:spPr>
          <a:xfrm>
            <a:off x="6217920" y="100702"/>
            <a:ext cx="5332003" cy="365129"/>
          </a:xfrm>
        </p:spPr>
        <p:txBody>
          <a:bodyPr/>
          <a:lstStyle>
            <a:lvl1pPr>
              <a:defRPr/>
            </a:lvl1pPr>
          </a:lstStyle>
          <a:p>
            <a:pPr lvl="0"/>
            <a:endParaRPr lang="en-US"/>
          </a:p>
        </p:txBody>
      </p:sp>
      <p:sp>
        <p:nvSpPr>
          <p:cNvPr id="4"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B5EB96F2-1E22-42D8-8526-43C68F280A14}" type="slidenum">
              <a:t>‹#›</a:t>
            </a:fld>
            <a:endParaRPr lang="en-US"/>
          </a:p>
        </p:txBody>
      </p:sp>
    </p:spTree>
    <p:extLst>
      <p:ext uri="{BB962C8B-B14F-4D97-AF65-F5344CB8AC3E}">
        <p14:creationId xmlns:p14="http://schemas.microsoft.com/office/powerpoint/2010/main" val="882476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1005840"/>
            <a:ext cx="4387510" cy="2266751"/>
          </a:xfrm>
        </p:spPr>
        <p:txBody>
          <a:bodyPr>
            <a:noAutofit/>
          </a:bodyPr>
          <a:lstStyle>
            <a:lvl1pPr>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0" y="100702"/>
            <a:ext cx="5898629" cy="365129"/>
          </a:xfrm>
        </p:spPr>
        <p:txBody>
          <a:bodyPr/>
          <a:lstStyle>
            <a:lvl1pPr>
              <a:defRPr/>
            </a:lvl1pPr>
          </a:lstStyle>
          <a:p>
            <a:pPr lvl="0"/>
            <a:r>
              <a:rPr lang="pt-PT"/>
              <a:t>Texto de rodapé de exemplo</a:t>
            </a:r>
          </a:p>
        </p:txBody>
      </p:sp>
      <p:sp>
        <p:nvSpPr>
          <p:cNvPr id="4" name="Marcador de Posição da Data 3"/>
          <p:cNvSpPr txBox="1">
            <a:spLocks noGrp="1"/>
          </p:cNvSpPr>
          <p:nvPr>
            <p:ph type="dt" sz="half" idx="7"/>
          </p:nvPr>
        </p:nvSpPr>
        <p:spPr>
          <a:xfrm>
            <a:off x="6217920" y="100702"/>
            <a:ext cx="5332003" cy="365129"/>
          </a:xfrm>
        </p:spPr>
        <p:txBody>
          <a:bodyPr/>
          <a:lstStyle>
            <a:lvl1pPr>
              <a:defRPr/>
            </a:lvl1pPr>
          </a:lstStyle>
          <a:p>
            <a:pPr lvl="0"/>
            <a:endParaRPr lang="en-US"/>
          </a:p>
        </p:txBody>
      </p:sp>
      <p:sp>
        <p:nvSpPr>
          <p:cNvPr id="5" name="Marcador de Posição do Número do Diapositivo 5"/>
          <p:cNvSpPr txBox="1">
            <a:spLocks noGrp="1"/>
          </p:cNvSpPr>
          <p:nvPr>
            <p:ph type="sldNum" sz="quarter" idx="8"/>
          </p:nvPr>
        </p:nvSpPr>
        <p:spPr>
          <a:xfrm>
            <a:off x="11762795" y="100702"/>
            <a:ext cx="429210" cy="365129"/>
          </a:xfrm>
        </p:spPr>
        <p:txBody>
          <a:bodyPr/>
          <a:lstStyle>
            <a:lvl1pPr>
              <a:defRPr/>
            </a:lvl1pPr>
          </a:lstStyle>
          <a:p>
            <a:pPr lvl="0"/>
            <a:fld id="{1B41A24C-6006-4CA9-B157-0E0E78BDD6C1}" type="slidenum">
              <a:t>‹#›</a:t>
            </a:fld>
            <a:endParaRPr lang="en-US"/>
          </a:p>
        </p:txBody>
      </p:sp>
      <p:sp>
        <p:nvSpPr>
          <p:cNvPr id="6" name="Marcador de Posição do Texto 3"/>
          <p:cNvSpPr txBox="1">
            <a:spLocks noGrp="1"/>
          </p:cNvSpPr>
          <p:nvPr>
            <p:ph type="body" idx="2"/>
          </p:nvPr>
        </p:nvSpPr>
        <p:spPr>
          <a:xfrm>
            <a:off x="0" y="3951332"/>
            <a:ext cx="4387510" cy="2809612"/>
          </a:xfrm>
        </p:spPr>
        <p:txBody>
          <a:bodyPr/>
          <a:lstStyle>
            <a:lvl1pPr>
              <a:defRPr/>
            </a:lvl1pPr>
          </a:lstStyle>
          <a:p>
            <a:pPr lvl="0"/>
            <a:r>
              <a:rPr lang="pt-PT"/>
              <a:t>Clique para editar os Estilos de título do modelo global</a:t>
            </a:r>
          </a:p>
        </p:txBody>
      </p:sp>
      <p:sp>
        <p:nvSpPr>
          <p:cNvPr id="7" name="Marcador de Posição de Conteúdo 2"/>
          <p:cNvSpPr txBox="1">
            <a:spLocks noGrp="1"/>
          </p:cNvSpPr>
          <p:nvPr>
            <p:ph idx="1"/>
          </p:nvPr>
        </p:nvSpPr>
        <p:spPr>
          <a:xfrm>
            <a:off x="4884825" y="1005840"/>
            <a:ext cx="7217468" cy="5755105"/>
          </a:xfrm>
        </p:spPr>
        <p:txBody>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25235968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Imagem com Legenda">
    <p:bg>
      <p:bgPr>
        <a:solidFill>
          <a:srgbClr val="FFFFFF"/>
        </a:solidFill>
        <a:effectLst/>
      </p:bgPr>
    </p:bg>
    <p:spTree>
      <p:nvGrpSpPr>
        <p:cNvPr id="1" name=""/>
        <p:cNvGrpSpPr/>
        <p:nvPr/>
      </p:nvGrpSpPr>
      <p:grpSpPr>
        <a:xfrm>
          <a:off x="0" y="0"/>
          <a:ext cx="0" cy="0"/>
          <a:chOff x="0" y="0"/>
          <a:chExt cx="0" cy="0"/>
        </a:xfrm>
      </p:grpSpPr>
      <p:sp>
        <p:nvSpPr>
          <p:cNvPr id="2" name="Título 1"/>
          <p:cNvSpPr txBox="1">
            <a:spLocks noGrp="1"/>
          </p:cNvSpPr>
          <p:nvPr>
            <p:ph type="title"/>
          </p:nvPr>
        </p:nvSpPr>
        <p:spPr>
          <a:xfrm>
            <a:off x="0" y="1748588"/>
            <a:ext cx="5895374" cy="5109411"/>
          </a:xfrm>
        </p:spPr>
        <p:txBody>
          <a:bodyPr anchor="b">
            <a:noAutofit/>
          </a:bodyPr>
          <a:lstStyle>
            <a:lvl1pPr>
              <a:defRPr/>
            </a:lvl1pPr>
          </a:lstStyle>
          <a:p>
            <a:pPr lvl="0"/>
            <a:r>
              <a:rPr lang="pt-PT"/>
              <a:t>Clique para editar o estilo do título do Modelo Global</a:t>
            </a:r>
          </a:p>
        </p:txBody>
      </p:sp>
      <p:sp>
        <p:nvSpPr>
          <p:cNvPr id="3" name="Marcador de Posição de Conteúdo 6"/>
          <p:cNvSpPr txBox="1">
            <a:spLocks noGrp="1"/>
          </p:cNvSpPr>
          <p:nvPr>
            <p:ph idx="4294967295"/>
          </p:nvPr>
        </p:nvSpPr>
        <p:spPr>
          <a:xfrm>
            <a:off x="0" y="94649"/>
            <a:ext cx="4572000" cy="1276950"/>
          </a:xfrm>
        </p:spPr>
        <p:txBody>
          <a:bodyPr>
            <a:noAutofit/>
          </a:bodyPr>
          <a:lstStyle>
            <a:lvl1pPr>
              <a:defRPr/>
            </a:lvl1pPr>
            <a:lvl2pPr>
              <a:defRPr/>
            </a:lvl2pPr>
            <a:lvl3pPr>
              <a:defRPr/>
            </a:lvl3pPr>
            <a:lvl4pPr>
              <a:defRPr/>
            </a:lvl4pPr>
            <a:lvl5pPr>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Imagem 10"/>
          <p:cNvSpPr txBox="1">
            <a:spLocks noGrp="1"/>
          </p:cNvSpPr>
          <p:nvPr>
            <p:ph type="pic" idx="4294967295"/>
          </p:nvPr>
        </p:nvSpPr>
        <p:spPr>
          <a:xfrm>
            <a:off x="6096003" y="0"/>
            <a:ext cx="6096003" cy="6858000"/>
          </a:xfrm>
          <a:blipFill>
            <a:blip r:embed="rId2">
              <a:alphaModFix amt="70000"/>
            </a:blip>
            <a:stretch>
              <a:fillRect/>
            </a:stretch>
          </a:blipFill>
        </p:spPr>
        <p:txBody>
          <a:bodyPr/>
          <a:lstStyle>
            <a:lvl1pPr>
              <a:defRPr lang="en-US"/>
            </a:lvl1pPr>
          </a:lstStyle>
          <a:p>
            <a:pPr lvl="0"/>
            <a:endParaRPr lang="en-US"/>
          </a:p>
        </p:txBody>
      </p:sp>
      <p:pic>
        <p:nvPicPr>
          <p:cNvPr id="5" name="Gráfico 7"/>
          <p:cNvPicPr>
            <a:picLocks noChangeAspect="1"/>
          </p:cNvPicPr>
          <p:nvPr/>
        </p:nvPicPr>
        <p:blipFill>
          <a:blip r:embed="rId3"/>
          <a:stretch>
            <a:fillRect/>
          </a:stretch>
        </p:blipFill>
        <p:spPr>
          <a:xfrm>
            <a:off x="5163854" y="94649"/>
            <a:ext cx="731520" cy="731520"/>
          </a:xfrm>
          <a:prstGeom prst="rect">
            <a:avLst/>
          </a:prstGeom>
          <a:noFill/>
          <a:ln cap="flat">
            <a:noFill/>
          </a:ln>
        </p:spPr>
      </p:pic>
    </p:spTree>
    <p:extLst>
      <p:ext uri="{BB962C8B-B14F-4D97-AF65-F5344CB8AC3E}">
        <p14:creationId xmlns:p14="http://schemas.microsoft.com/office/powerpoint/2010/main" val="24662411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ão">
    <p:bg>
      <p:bgPr>
        <a:solidFill>
          <a:srgbClr val="000000"/>
        </a:solidFill>
        <a:effectLst/>
      </p:bgPr>
    </p:bg>
    <p:spTree>
      <p:nvGrpSpPr>
        <p:cNvPr id="1" name=""/>
        <p:cNvGrpSpPr/>
        <p:nvPr/>
      </p:nvGrpSpPr>
      <p:grpSpPr>
        <a:xfrm>
          <a:off x="0" y="0"/>
          <a:ext cx="0" cy="0"/>
          <a:chOff x="0" y="0"/>
          <a:chExt cx="0" cy="0"/>
        </a:xfrm>
      </p:grpSpPr>
      <p:sp>
        <p:nvSpPr>
          <p:cNvPr id="2" name="Título 1"/>
          <p:cNvSpPr txBox="1">
            <a:spLocks noGrp="1"/>
          </p:cNvSpPr>
          <p:nvPr>
            <p:ph type="title"/>
          </p:nvPr>
        </p:nvSpPr>
        <p:spPr>
          <a:xfrm>
            <a:off x="545924" y="655094"/>
            <a:ext cx="10982410" cy="1528547"/>
          </a:xfrm>
        </p:spPr>
        <p:txBody>
          <a:bodyPr>
            <a:noAutofit/>
          </a:bodyPr>
          <a:lstStyle>
            <a:lvl1pPr>
              <a:defRPr>
                <a:solidFill>
                  <a:srgbClr val="FFFFFF"/>
                </a:solidFill>
              </a:defRPr>
            </a:lvl1pPr>
          </a:lstStyle>
          <a:p>
            <a:pPr lvl="0"/>
            <a:r>
              <a:rPr lang="pt-PT"/>
              <a:t>Clique para editar o estilo do título do Modelo Global</a:t>
            </a:r>
          </a:p>
        </p:txBody>
      </p:sp>
      <p:sp>
        <p:nvSpPr>
          <p:cNvPr id="3" name="Marcador de Posição de Conteúdo 7"/>
          <p:cNvSpPr txBox="1">
            <a:spLocks noGrp="1"/>
          </p:cNvSpPr>
          <p:nvPr>
            <p:ph idx="4294967295"/>
          </p:nvPr>
        </p:nvSpPr>
        <p:spPr>
          <a:xfrm>
            <a:off x="545924" y="2497537"/>
            <a:ext cx="10982410" cy="338464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5"/>
          <p:cNvSpPr txBox="1">
            <a:spLocks noGrp="1"/>
          </p:cNvSpPr>
          <p:nvPr>
            <p:ph type="ftr" sz="quarter" idx="9"/>
          </p:nvPr>
        </p:nvSpPr>
        <p:spPr>
          <a:xfrm>
            <a:off x="545924" y="6438281"/>
            <a:ext cx="5276856" cy="365129"/>
          </a:xfrm>
        </p:spPr>
        <p:txBody>
          <a:bodyPr/>
          <a:lstStyle>
            <a:lvl1pPr>
              <a:defRPr>
                <a:solidFill>
                  <a:srgbClr val="FFFFFF"/>
                </a:solidFill>
              </a:defRPr>
            </a:lvl1pPr>
          </a:lstStyle>
          <a:p>
            <a:pPr lvl="0"/>
            <a:r>
              <a:rPr lang="pt-PT"/>
              <a:t>Texto de rodapé de exemplo</a:t>
            </a:r>
          </a:p>
        </p:txBody>
      </p:sp>
      <p:sp>
        <p:nvSpPr>
          <p:cNvPr id="5" name="Marcador de Posição da Data 4"/>
          <p:cNvSpPr txBox="1">
            <a:spLocks noGrp="1"/>
          </p:cNvSpPr>
          <p:nvPr>
            <p:ph type="dt" sz="half" idx="7"/>
          </p:nvPr>
        </p:nvSpPr>
        <p:spPr>
          <a:xfrm>
            <a:off x="6190488" y="6432493"/>
            <a:ext cx="2544080" cy="365129"/>
          </a:xfrm>
        </p:spPr>
        <p:txBody>
          <a:bodyPr/>
          <a:lstStyle>
            <a:lvl1pPr>
              <a:defRPr>
                <a:solidFill>
                  <a:srgbClr val="FFFFFF"/>
                </a:solidFill>
              </a:defRPr>
            </a:lvl1pPr>
          </a:lstStyle>
          <a:p>
            <a:pPr lvl="0"/>
            <a:endParaRPr lang="en-US"/>
          </a:p>
        </p:txBody>
      </p:sp>
      <p:sp>
        <p:nvSpPr>
          <p:cNvPr id="6" name="Marcador de Posição do Número do Diapositivo 6"/>
          <p:cNvSpPr txBox="1">
            <a:spLocks noGrp="1"/>
          </p:cNvSpPr>
          <p:nvPr>
            <p:ph type="sldNum" sz="quarter" idx="8"/>
          </p:nvPr>
        </p:nvSpPr>
        <p:spPr>
          <a:xfrm>
            <a:off x="11099124" y="6438281"/>
            <a:ext cx="429210" cy="365129"/>
          </a:xfrm>
        </p:spPr>
        <p:txBody>
          <a:bodyPr/>
          <a:lstStyle>
            <a:lvl1pPr>
              <a:defRPr>
                <a:solidFill>
                  <a:srgbClr val="FFFFFF"/>
                </a:solidFill>
              </a:defRPr>
            </a:lvl1pPr>
          </a:lstStyle>
          <a:p>
            <a:pPr lvl="0"/>
            <a:fld id="{8AE457EA-6162-466C-8CB9-8FF0D1B9459F}" type="slidenum">
              <a:t>‹#›</a:t>
            </a:fld>
            <a:endParaRPr lang="en-US"/>
          </a:p>
        </p:txBody>
      </p:sp>
    </p:spTree>
    <p:extLst>
      <p:ext uri="{BB962C8B-B14F-4D97-AF65-F5344CB8AC3E}">
        <p14:creationId xmlns:p14="http://schemas.microsoft.com/office/powerpoint/2010/main" val="9736938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ão 2">
    <p:bg>
      <p:bgPr>
        <a:solidFill>
          <a:srgbClr val="000000"/>
        </a:solidFill>
        <a:effectLst/>
      </p:bgPr>
    </p:bg>
    <p:spTree>
      <p:nvGrpSpPr>
        <p:cNvPr id="1" name=""/>
        <p:cNvGrpSpPr/>
        <p:nvPr/>
      </p:nvGrpSpPr>
      <p:grpSpPr>
        <a:xfrm>
          <a:off x="0" y="0"/>
          <a:ext cx="0" cy="0"/>
          <a:chOff x="0" y="0"/>
          <a:chExt cx="0" cy="0"/>
        </a:xfrm>
      </p:grpSpPr>
      <p:sp>
        <p:nvSpPr>
          <p:cNvPr id="2" name="Título 1"/>
          <p:cNvSpPr txBox="1">
            <a:spLocks noGrp="1"/>
          </p:cNvSpPr>
          <p:nvPr>
            <p:ph type="title"/>
          </p:nvPr>
        </p:nvSpPr>
        <p:spPr>
          <a:xfrm>
            <a:off x="518611" y="2883094"/>
            <a:ext cx="7741849" cy="1842022"/>
          </a:xfrm>
        </p:spPr>
        <p:txBody>
          <a:bodyPr anchor="b">
            <a:noAutofit/>
          </a:bodyPr>
          <a:lstStyle>
            <a:lvl1pPr>
              <a:defRPr>
                <a:solidFill>
                  <a:srgbClr val="FFFFFF"/>
                </a:solidFill>
              </a:defRPr>
            </a:lvl1pPr>
          </a:lstStyle>
          <a:p>
            <a:pPr lvl="0"/>
            <a:r>
              <a:rPr lang="pt-PT"/>
              <a:t>Clique para editar o estilo do título do Modelo Global</a:t>
            </a:r>
          </a:p>
        </p:txBody>
      </p:sp>
      <p:sp>
        <p:nvSpPr>
          <p:cNvPr id="3" name="Marcador de Posição do Rodapé 4"/>
          <p:cNvSpPr txBox="1">
            <a:spLocks noGrp="1"/>
          </p:cNvSpPr>
          <p:nvPr>
            <p:ph type="ftr" sz="quarter" idx="9"/>
          </p:nvPr>
        </p:nvSpPr>
        <p:spPr>
          <a:xfrm>
            <a:off x="536908" y="100702"/>
            <a:ext cx="5361721" cy="365129"/>
          </a:xfrm>
        </p:spPr>
        <p:txBody>
          <a:bodyPr/>
          <a:lstStyle>
            <a:lvl1pPr>
              <a:defRPr>
                <a:solidFill>
                  <a:srgbClr val="FFFFFF"/>
                </a:solidFill>
              </a:defRPr>
            </a:lvl1pPr>
          </a:lstStyle>
          <a:p>
            <a:pPr lvl="0"/>
            <a:r>
              <a:rPr lang="pt-PT"/>
              <a:t>Texto de rodapé de exemplo</a:t>
            </a:r>
          </a:p>
        </p:txBody>
      </p:sp>
      <p:sp>
        <p:nvSpPr>
          <p:cNvPr id="4" name="Marcador de Posição da Data 3"/>
          <p:cNvSpPr txBox="1">
            <a:spLocks noGrp="1"/>
          </p:cNvSpPr>
          <p:nvPr>
            <p:ph type="dt" sz="half" idx="7"/>
          </p:nvPr>
        </p:nvSpPr>
        <p:spPr>
          <a:xfrm>
            <a:off x="6217920" y="100702"/>
            <a:ext cx="2526030" cy="365129"/>
          </a:xfrm>
        </p:spPr>
        <p:txBody>
          <a:bodyPr/>
          <a:lstStyle>
            <a:lvl1pPr>
              <a:defRPr>
                <a:solidFill>
                  <a:srgbClr val="FFFFFF"/>
                </a:solidFill>
              </a:defRPr>
            </a:lvl1pPr>
          </a:lstStyle>
          <a:p>
            <a:pPr lvl="0"/>
            <a:endParaRPr lang="en-US"/>
          </a:p>
        </p:txBody>
      </p:sp>
      <p:sp>
        <p:nvSpPr>
          <p:cNvPr id="5" name="Marcador de Posição de Conteúdo 6"/>
          <p:cNvSpPr txBox="1">
            <a:spLocks noGrp="1"/>
          </p:cNvSpPr>
          <p:nvPr>
            <p:ph idx="4294967295"/>
          </p:nvPr>
        </p:nvSpPr>
        <p:spPr>
          <a:xfrm>
            <a:off x="536908" y="4922114"/>
            <a:ext cx="7741849" cy="1279611"/>
          </a:xfrm>
        </p:spPr>
        <p:txBody>
          <a:bodyPr>
            <a:no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Número do Diapositivo 5"/>
          <p:cNvSpPr txBox="1">
            <a:spLocks noGrp="1"/>
          </p:cNvSpPr>
          <p:nvPr>
            <p:ph type="sldNum" sz="quarter" idx="8"/>
          </p:nvPr>
        </p:nvSpPr>
        <p:spPr>
          <a:xfrm>
            <a:off x="11762795" y="6392177"/>
            <a:ext cx="429210" cy="365129"/>
          </a:xfrm>
        </p:spPr>
        <p:txBody>
          <a:bodyPr anchor="b"/>
          <a:lstStyle>
            <a:lvl1pPr>
              <a:defRPr>
                <a:solidFill>
                  <a:srgbClr val="FFFFFF"/>
                </a:solidFill>
              </a:defRPr>
            </a:lvl1pPr>
          </a:lstStyle>
          <a:p>
            <a:pPr lvl="0"/>
            <a:fld id="{94BB1717-CDBD-49F0-A111-332660222BB8}" type="slidenum">
              <a:t>‹#›</a:t>
            </a:fld>
            <a:endParaRPr lang="en-US"/>
          </a:p>
        </p:txBody>
      </p:sp>
      <p:sp>
        <p:nvSpPr>
          <p:cNvPr id="7" name="Oval 2"/>
          <p:cNvSpPr/>
          <p:nvPr/>
        </p:nvSpPr>
        <p:spPr>
          <a:xfrm>
            <a:off x="8454176" y="100702"/>
            <a:ext cx="3557902" cy="355790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cap="flat">
            <a:solidFill>
              <a:srgbClr val="FFFFF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Neue Haas Grotesk Text Pro"/>
            </a:endParaRPr>
          </a:p>
        </p:txBody>
      </p:sp>
    </p:spTree>
    <p:extLst>
      <p:ext uri="{BB962C8B-B14F-4D97-AF65-F5344CB8AC3E}">
        <p14:creationId xmlns:p14="http://schemas.microsoft.com/office/powerpoint/2010/main" val="11829953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2025-11-29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5337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99000"/>
          </a:srgbClr>
        </a:solidFill>
        <a:effectLst/>
      </p:bgPr>
    </p:bg>
    <p:spTree>
      <p:nvGrpSpPr>
        <p:cNvPr id="1" name=""/>
        <p:cNvGrpSpPr/>
        <p:nvPr/>
      </p:nvGrpSpPr>
      <p:grpSpPr>
        <a:xfrm>
          <a:off x="0" y="0"/>
          <a:ext cx="0" cy="0"/>
          <a:chOff x="0" y="0"/>
          <a:chExt cx="0" cy="0"/>
        </a:xfrm>
      </p:grpSpPr>
      <p:sp>
        <p:nvSpPr>
          <p:cNvPr id="2" name="Marcador de Posição do Título 1"/>
          <p:cNvSpPr txBox="1">
            <a:spLocks noGrp="1"/>
          </p:cNvSpPr>
          <p:nvPr>
            <p:ph type="title"/>
          </p:nvPr>
        </p:nvSpPr>
        <p:spPr>
          <a:xfrm>
            <a:off x="-18288" y="644661"/>
            <a:ext cx="12001591" cy="1088355"/>
          </a:xfrm>
          <a:prstGeom prst="rect">
            <a:avLst/>
          </a:prstGeom>
          <a:noFill/>
          <a:ln>
            <a:noFill/>
          </a:ln>
        </p:spPr>
        <p:txBody>
          <a:bodyPr vert="horz" wrap="square" lIns="91440" tIns="45720" rIns="91440" bIns="45720" anchor="t" anchorCtr="0" compatLnSpc="1">
            <a:normAutofit/>
          </a:bodyPr>
          <a:lstStyle/>
          <a:p>
            <a:pPr lvl="0"/>
            <a:r>
              <a:rPr lang="pt-PT"/>
              <a:t>Clique para editar o estilo do título do Modelo Global</a:t>
            </a:r>
          </a:p>
        </p:txBody>
      </p:sp>
      <p:sp>
        <p:nvSpPr>
          <p:cNvPr id="3" name="Marcador de Posição da Data 3"/>
          <p:cNvSpPr txBox="1">
            <a:spLocks noGrp="1"/>
          </p:cNvSpPr>
          <p:nvPr>
            <p:ph type="dt" sz="half" idx="2"/>
          </p:nvPr>
        </p:nvSpPr>
        <p:spPr>
          <a:xfrm>
            <a:off x="6190488" y="104579"/>
            <a:ext cx="4836883" cy="365129"/>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80000"/>
              </a:lnSpc>
              <a:spcBef>
                <a:spcPts val="0"/>
              </a:spcBef>
              <a:spcAft>
                <a:spcPts val="0"/>
              </a:spcAft>
              <a:buNone/>
              <a:tabLst/>
              <a:defRPr lang="en-US" sz="1000" b="0" i="0" u="none" strike="noStrike" kern="1200" cap="none" spc="0" baseline="0">
                <a:solidFill>
                  <a:srgbClr val="000000"/>
                </a:solidFill>
                <a:uFillTx/>
                <a:latin typeface="Neue Haas Grotesk Text Pro"/>
              </a:defRPr>
            </a:lvl1pPr>
          </a:lstStyle>
          <a:p>
            <a:pPr lvl="0"/>
            <a:endParaRPr lang="en-US"/>
          </a:p>
        </p:txBody>
      </p:sp>
      <p:sp>
        <p:nvSpPr>
          <p:cNvPr id="4" name="Marcador de Posição do Rodapé 4"/>
          <p:cNvSpPr txBox="1">
            <a:spLocks noGrp="1"/>
          </p:cNvSpPr>
          <p:nvPr>
            <p:ph type="ftr" sz="quarter" idx="3"/>
          </p:nvPr>
        </p:nvSpPr>
        <p:spPr>
          <a:xfrm>
            <a:off x="14502" y="110368"/>
            <a:ext cx="5276856" cy="365129"/>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80000"/>
              </a:lnSpc>
              <a:spcBef>
                <a:spcPts val="0"/>
              </a:spcBef>
              <a:spcAft>
                <a:spcPts val="0"/>
              </a:spcAft>
              <a:buNone/>
              <a:tabLst/>
              <a:defRPr lang="pt-PT" sz="1000" b="0" i="0" u="none" strike="noStrike" kern="1200" cap="none" spc="0" baseline="0">
                <a:solidFill>
                  <a:srgbClr val="000000"/>
                </a:solidFill>
                <a:uFillTx/>
                <a:latin typeface="Neue Haas Grotesk Text Pro"/>
              </a:defRPr>
            </a:lvl1pPr>
          </a:lstStyle>
          <a:p>
            <a:pPr lvl="0"/>
            <a:r>
              <a:rPr lang="pt-PT"/>
              <a:t>Texto de rodapé de exemplo</a:t>
            </a:r>
            <a:endParaRPr lang="en-US"/>
          </a:p>
        </p:txBody>
      </p:sp>
      <p:sp>
        <p:nvSpPr>
          <p:cNvPr id="5" name="Marcador de Posição do Número do Diapositivo 5"/>
          <p:cNvSpPr txBox="1">
            <a:spLocks noGrp="1"/>
          </p:cNvSpPr>
          <p:nvPr>
            <p:ph type="sldNum" sz="quarter" idx="4"/>
          </p:nvPr>
        </p:nvSpPr>
        <p:spPr>
          <a:xfrm>
            <a:off x="11762795" y="110368"/>
            <a:ext cx="429210" cy="365129"/>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80000"/>
              </a:lnSpc>
              <a:spcBef>
                <a:spcPts val="0"/>
              </a:spcBef>
              <a:spcAft>
                <a:spcPts val="0"/>
              </a:spcAft>
              <a:buNone/>
              <a:tabLst/>
              <a:defRPr lang="en-US" sz="1000" b="0" i="0" u="none" strike="noStrike" kern="1200" cap="none" spc="0" baseline="0">
                <a:solidFill>
                  <a:srgbClr val="000000"/>
                </a:solidFill>
                <a:uFillTx/>
                <a:latin typeface="Neue Haas Grotesk Text Pro"/>
              </a:defRPr>
            </a:lvl1pPr>
          </a:lstStyle>
          <a:p>
            <a:pPr lvl="0"/>
            <a:fld id="{909C93C5-17D9-43DD-AAD3-0BE50134B426}" type="slidenum">
              <a:t>‹#›</a:t>
            </a:fld>
            <a:endParaRPr lang="en-US"/>
          </a:p>
        </p:txBody>
      </p:sp>
      <p:sp>
        <p:nvSpPr>
          <p:cNvPr id="6" name="Marcador de Posição do Texto 2"/>
          <p:cNvSpPr txBox="1">
            <a:spLocks noGrp="1"/>
          </p:cNvSpPr>
          <p:nvPr>
            <p:ph type="body" idx="1"/>
          </p:nvPr>
        </p:nvSpPr>
        <p:spPr>
          <a:xfrm>
            <a:off x="0" y="1907520"/>
            <a:ext cx="12001591" cy="4840111"/>
          </a:xfrm>
          <a:prstGeom prst="rect">
            <a:avLst/>
          </a:prstGeom>
          <a:noFill/>
          <a:ln>
            <a:noFill/>
          </a:ln>
        </p:spPr>
        <p:txBody>
          <a:bodyPr vert="horz" wrap="square" lIns="91440" tIns="45720" rIns="91440" bIns="45720" anchor="t" anchorCtr="0" compatLnSpc="1">
            <a:normAutofit/>
          </a:bodyPr>
          <a:lstStyle/>
          <a:p>
            <a:pPr lvl="0"/>
            <a:r>
              <a:rPr lang="pt-PT"/>
              <a:t>Clique para editar os Estilos de título do modelo global</a:t>
            </a:r>
          </a:p>
          <a:p>
            <a:pPr lvl="1"/>
            <a:r>
              <a:rPr lang="pt-PT"/>
              <a:t>Segundo nível</a:t>
            </a:r>
          </a:p>
          <a:p>
            <a:pPr lvl="2"/>
            <a:r>
              <a:rPr lang="pt-PT"/>
              <a:t>Terceiro nível</a:t>
            </a:r>
          </a:p>
          <a:p>
            <a:pPr lvl="3"/>
            <a:r>
              <a:rPr lang="pt-PT"/>
              <a:t>Quarto nível</a:t>
            </a:r>
          </a:p>
          <a:p>
            <a:pPr lvl="4"/>
            <a:r>
              <a:rPr lang="pt-PT"/>
              <a:t>Quinto nível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defTabSz="914400" rtl="0" fontAlgn="auto" hangingPunct="1">
        <a:lnSpc>
          <a:spcPct val="80000"/>
        </a:lnSpc>
        <a:spcBef>
          <a:spcPts val="0"/>
        </a:spcBef>
        <a:spcAft>
          <a:spcPts val="0"/>
        </a:spcAft>
        <a:buNone/>
        <a:tabLst/>
        <a:defRPr lang="pt-PT" sz="5600" b="0" i="0" u="none" strike="noStrike" kern="1200" cap="none" spc="-200" baseline="0">
          <a:solidFill>
            <a:srgbClr val="000000"/>
          </a:solidFill>
          <a:uFillTx/>
          <a:latin typeface="Neue Haas Grotesk Text Pro"/>
        </a:defRPr>
      </a:lvl1pPr>
    </p:titleStyle>
    <p:bodyStyle>
      <a:lvl1pPr marL="0" marR="0" lvl="0" indent="0" algn="l" defTabSz="914400" rtl="0" fontAlgn="auto" hangingPunct="1">
        <a:lnSpc>
          <a:spcPct val="80000"/>
        </a:lnSpc>
        <a:spcBef>
          <a:spcPts val="1000"/>
        </a:spcBef>
        <a:spcAft>
          <a:spcPts val="0"/>
        </a:spcAft>
        <a:buNone/>
        <a:tabLst/>
        <a:defRPr lang="pt-PT" sz="1400" b="0" i="0" u="none" strike="noStrike" kern="1200" cap="none" spc="0" baseline="0">
          <a:solidFill>
            <a:srgbClr val="000000"/>
          </a:solidFill>
          <a:uFillTx/>
          <a:latin typeface="Neue Haas Grotesk Text Pro"/>
        </a:defRPr>
      </a:lvl1pPr>
      <a:lvl2pPr marL="228600" marR="0" lvl="1" indent="0" algn="l" defTabSz="914400" rtl="0" fontAlgn="auto" hangingPunct="1">
        <a:lnSpc>
          <a:spcPct val="80000"/>
        </a:lnSpc>
        <a:spcBef>
          <a:spcPts val="1000"/>
        </a:spcBef>
        <a:spcAft>
          <a:spcPts val="0"/>
        </a:spcAft>
        <a:buNone/>
        <a:tabLst/>
        <a:defRPr lang="pt-PT" sz="1400" b="0" i="0" u="none" strike="noStrike" kern="1200" cap="none" spc="0" baseline="0">
          <a:solidFill>
            <a:srgbClr val="000000"/>
          </a:solidFill>
          <a:uFillTx/>
          <a:latin typeface="Neue Haas Grotesk Text Pro"/>
        </a:defRPr>
      </a:lvl2pPr>
      <a:lvl3pPr marL="457200" marR="0" lvl="2" indent="0" algn="l" defTabSz="914400" rtl="0" fontAlgn="auto" hangingPunct="1">
        <a:lnSpc>
          <a:spcPct val="80000"/>
        </a:lnSpc>
        <a:spcBef>
          <a:spcPts val="1000"/>
        </a:spcBef>
        <a:spcAft>
          <a:spcPts val="0"/>
        </a:spcAft>
        <a:buNone/>
        <a:tabLst/>
        <a:defRPr lang="pt-PT" sz="1400" b="0" i="0" u="none" strike="noStrike" kern="1200" cap="none" spc="0" baseline="0">
          <a:solidFill>
            <a:srgbClr val="000000"/>
          </a:solidFill>
          <a:uFillTx/>
          <a:latin typeface="Neue Haas Grotesk Text Pro"/>
        </a:defRPr>
      </a:lvl3pPr>
      <a:lvl4pPr marL="685800" marR="0" lvl="3" indent="0" algn="l" defTabSz="914400" rtl="0" fontAlgn="auto" hangingPunct="1">
        <a:lnSpc>
          <a:spcPct val="80000"/>
        </a:lnSpc>
        <a:spcBef>
          <a:spcPts val="1000"/>
        </a:spcBef>
        <a:spcAft>
          <a:spcPts val="0"/>
        </a:spcAft>
        <a:buNone/>
        <a:tabLst/>
        <a:defRPr lang="pt-PT" sz="1400" b="0" i="0" u="none" strike="noStrike" kern="1200" cap="none" spc="0" baseline="0">
          <a:solidFill>
            <a:srgbClr val="000000"/>
          </a:solidFill>
          <a:uFillTx/>
          <a:latin typeface="Neue Haas Grotesk Text Pro"/>
        </a:defRPr>
      </a:lvl4pPr>
      <a:lvl5pPr marL="914400" marR="0" lvl="4" indent="0" algn="l" defTabSz="914400" rtl="0" fontAlgn="auto" hangingPunct="1">
        <a:lnSpc>
          <a:spcPct val="80000"/>
        </a:lnSpc>
        <a:spcBef>
          <a:spcPts val="1000"/>
        </a:spcBef>
        <a:spcAft>
          <a:spcPts val="0"/>
        </a:spcAft>
        <a:buNone/>
        <a:tabLst/>
        <a:defRPr lang="pt-PT" sz="1400" b="0" i="0" u="none" strike="noStrike" kern="1200" cap="none" spc="0" baseline="0">
          <a:solidFill>
            <a:srgbClr val="000000"/>
          </a:solidFill>
          <a:uFillTx/>
          <a:latin typeface="Neue Haas Grotesk Text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6860" y="1395413"/>
            <a:ext cx="7772400" cy="1470025"/>
          </a:xfrm>
        </p:spPr>
        <p:txBody>
          <a:bodyPr>
            <a:normAutofit/>
          </a:bodyPr>
          <a:lstStyle/>
          <a:p>
            <a:pPr algn="ctr">
              <a:defRPr sz="3600" b="1">
                <a:solidFill>
                  <a:srgbClr val="003366"/>
                </a:solidFill>
              </a:defRPr>
            </a:pPr>
            <a:r>
              <a:rPr sz="3200" dirty="0" err="1"/>
              <a:t>Previsão</a:t>
            </a:r>
            <a:r>
              <a:rPr sz="3200" dirty="0"/>
              <a:t> de </a:t>
            </a:r>
            <a:r>
              <a:rPr sz="3200" dirty="0" err="1"/>
              <a:t>Incidentes</a:t>
            </a:r>
            <a:r>
              <a:rPr sz="3200" dirty="0"/>
              <a:t> </a:t>
            </a:r>
            <a:r>
              <a:rPr sz="3200" dirty="0" err="1"/>
              <a:t>em</a:t>
            </a:r>
            <a:r>
              <a:rPr sz="3200" dirty="0"/>
              <a:t> </a:t>
            </a:r>
            <a:r>
              <a:rPr sz="3200" dirty="0" err="1"/>
              <a:t>Períodos</a:t>
            </a:r>
            <a:r>
              <a:rPr sz="3200" dirty="0"/>
              <a:t> </a:t>
            </a:r>
            <a:r>
              <a:rPr sz="3200" dirty="0" err="1"/>
              <a:t>Pós-Eleitorais</a:t>
            </a:r>
            <a:r>
              <a:rPr sz="3200" dirty="0"/>
              <a:t> </a:t>
            </a:r>
            <a:r>
              <a:rPr sz="3200" dirty="0" err="1"/>
              <a:t>Usando</a:t>
            </a:r>
            <a:r>
              <a:rPr sz="3200" dirty="0"/>
              <a:t> Machine Learning</a:t>
            </a:r>
          </a:p>
        </p:txBody>
      </p:sp>
      <p:sp>
        <p:nvSpPr>
          <p:cNvPr id="3" name="Subtitle 2"/>
          <p:cNvSpPr>
            <a:spLocks noGrp="1"/>
          </p:cNvSpPr>
          <p:nvPr>
            <p:ph type="subTitle" idx="1"/>
          </p:nvPr>
        </p:nvSpPr>
        <p:spPr>
          <a:xfrm>
            <a:off x="1828800" y="3603009"/>
            <a:ext cx="8534400" cy="2035791"/>
          </a:xfrm>
        </p:spPr>
        <p:txBody>
          <a:bodyPr>
            <a:normAutofit/>
          </a:bodyPr>
          <a:lstStyle/>
          <a:p>
            <a:pPr>
              <a:defRPr sz="2000">
                <a:solidFill>
                  <a:srgbClr val="646464"/>
                </a:solidFill>
              </a:defRPr>
            </a:pPr>
            <a:r>
              <a:rPr b="1" dirty="0"/>
              <a:t>Transformando dados em poder de antecipação</a:t>
            </a:r>
          </a:p>
          <a:p>
            <a:endParaRPr dirty="0"/>
          </a:p>
          <a:p>
            <a:r>
              <a:rPr b="1" dirty="0"/>
              <a:t>Autores</a:t>
            </a:r>
            <a:r>
              <a:rPr dirty="0"/>
              <a:t>:</a:t>
            </a:r>
          </a:p>
          <a:p>
            <a:r>
              <a:rPr dirty="0"/>
              <a:t>Neves Cossa</a:t>
            </a:r>
          </a:p>
          <a:p>
            <a:r>
              <a:rPr dirty="0"/>
              <a:t>Olinda da Costa</a:t>
            </a:r>
          </a:p>
          <a:p>
            <a:r>
              <a:rPr dirty="0"/>
              <a:t>Túlio Benedito Nhantumbo</a:t>
            </a:r>
          </a:p>
        </p:txBody>
      </p:sp>
    </p:spTree>
    <p:extLst>
      <p:ext uri="{BB962C8B-B14F-4D97-AF65-F5344CB8AC3E}">
        <p14:creationId xmlns:p14="http://schemas.microsoft.com/office/powerpoint/2010/main" val="92779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306">
    <p:spTree>
      <p:nvGrpSpPr>
        <p:cNvPr id="1" name=""/>
        <p:cNvGrpSpPr/>
        <p:nvPr/>
      </p:nvGrpSpPr>
      <p:grpSpPr>
        <a:xfrm>
          <a:off x="0" y="0"/>
          <a:ext cx="0" cy="0"/>
          <a:chOff x="0" y="0"/>
          <a:chExt cx="0" cy="0"/>
        </a:xfrm>
      </p:grpSpPr>
      <p:sp>
        <p:nvSpPr>
          <p:cNvPr id="2" name="Subtitle 1"/>
          <p:cNvSpPr txBox="1">
            <a:spLocks noGrp="1"/>
          </p:cNvSpPr>
          <p:nvPr>
            <p:ph type="subTitle" idx="4294967295"/>
          </p:nvPr>
        </p:nvSpPr>
        <p:spPr>
          <a:xfrm>
            <a:off x="0" y="4939259"/>
            <a:ext cx="5898629" cy="480370"/>
          </a:xfrm>
        </p:spPr>
        <p:txBody>
          <a:bodyPr/>
          <a:lstStyle/>
          <a:p>
            <a:pPr lvl="0"/>
            <a:r>
              <a:rPr lang="en-US"/>
              <a:t>Análise preditiva para melhorar a segurança eleitoral</a:t>
            </a:r>
          </a:p>
        </p:txBody>
      </p:sp>
      <p:pic>
        <p:nvPicPr>
          <p:cNvPr id="3" name="Picture Placeholder 4" descr="Contexto de grafos de partículas abstratos"/>
          <p:cNvPicPr>
            <a:picLocks noGrp="1" noChangeAspect="1"/>
          </p:cNvPicPr>
          <p:nvPr>
            <p:ph type="pic" idx="4294967295"/>
          </p:nvPr>
        </p:nvPicPr>
        <p:blipFill>
          <a:blip r:embed="rId3"/>
          <a:srcRect t="37690" b="3524"/>
          <a:stretch>
            <a:fillRect/>
          </a:stretch>
        </p:blipFill>
        <p:spPr>
          <a:xfrm>
            <a:off x="18" y="0"/>
            <a:ext cx="12191978" cy="4784040"/>
          </a:xfrm>
        </p:spPr>
      </p:pic>
      <p:sp>
        <p:nvSpPr>
          <p:cNvPr id="4" name="Title 3"/>
          <p:cNvSpPr txBox="1">
            <a:spLocks noGrp="1"/>
          </p:cNvSpPr>
          <p:nvPr>
            <p:ph type="title"/>
          </p:nvPr>
        </p:nvSpPr>
        <p:spPr/>
        <p:txBody>
          <a:bodyPr/>
          <a:lstStyle/>
          <a:p>
            <a:pPr lvl="0"/>
            <a:r>
              <a:rPr lang="en-US" sz="3600"/>
              <a:t>Previsão de Incidentes em Períodos Pós-Eleitorais Usando Machine Learning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400"/>
                                        <p:tgtEl>
                                          <p:spTgt spid="2">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2307">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Introdução e Contextualização</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2308">
    <p:spTree>
      <p:nvGrpSpPr>
        <p:cNvPr id="1" name=""/>
        <p:cNvGrpSpPr/>
        <p:nvPr/>
      </p:nvGrpSpPr>
      <p:grpSpPr>
        <a:xfrm>
          <a:off x="0" y="0"/>
          <a:ext cx="0" cy="0"/>
          <a:chOff x="0" y="0"/>
          <a:chExt cx="0" cy="0"/>
        </a:xfrm>
      </p:grpSpPr>
      <p:sp>
        <p:nvSpPr>
          <p:cNvPr id="2" name="Title 1"/>
          <p:cNvSpPr txBox="1">
            <a:spLocks noGrp="1"/>
          </p:cNvSpPr>
          <p:nvPr>
            <p:ph type="title"/>
          </p:nvPr>
        </p:nvSpPr>
        <p:spPr>
          <a:xfrm>
            <a:off x="-18288" y="644661"/>
            <a:ext cx="12001591" cy="1088355"/>
          </a:xfrm>
        </p:spPr>
        <p:txBody>
          <a:bodyPr anchor="ctr"/>
          <a:lstStyle/>
          <a:p>
            <a:pPr lvl="0"/>
            <a:r>
              <a:rPr lang="en-US"/>
              <a:t>Contextualização</a:t>
            </a:r>
          </a:p>
        </p:txBody>
      </p:sp>
      <p:sp>
        <p:nvSpPr>
          <p:cNvPr id="3" name="TextBox 4"/>
          <p:cNvSpPr txBox="1"/>
          <p:nvPr/>
        </p:nvSpPr>
        <p:spPr>
          <a:xfrm>
            <a:off x="0" y="1923522"/>
            <a:ext cx="5905542" cy="482410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Riscos</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Pós-Eleitorais</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em</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Moçambique</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a:solidFill>
                  <a:srgbClr val="000000"/>
                </a:solidFill>
                <a:uFillTx/>
                <a:latin typeface="Neue Haas Grotesk Text Pro"/>
              </a:rPr>
              <a:t>Períodos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pós-eleitorais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apresentam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tensões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sociais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manifestações</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violência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localizada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em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Moçambique</a:t>
            </a:r>
            <a:r>
              <a:rPr lang="en-US" sz="14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Decisões</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Predominantemente</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Reativas</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smtClean="0">
                <a:solidFill>
                  <a:srgbClr val="000000"/>
                </a:solidFill>
                <a:uFillTx/>
                <a:latin typeface="Neue Haas Grotesk Text Pro"/>
              </a:rPr>
              <a:t>Actualmente</a:t>
            </a:r>
            <a:r>
              <a:rPr lang="en-US" sz="1400" b="0" i="0" u="none" strike="noStrike" kern="1200" cap="none" spc="0" baseline="0" dirty="0">
                <a:solidFill>
                  <a:srgbClr val="000000"/>
                </a:solidFill>
                <a:uFillTx/>
                <a:latin typeface="Neue Haas Grotesk Text Pro"/>
              </a:rPr>
              <a:t>, as </a:t>
            </a:r>
            <a:r>
              <a:rPr lang="en-US" sz="1400" b="0" i="0" u="none" strike="noStrike" kern="1200" cap="none" spc="0" baseline="0" dirty="0" err="1">
                <a:solidFill>
                  <a:srgbClr val="000000"/>
                </a:solidFill>
                <a:uFillTx/>
                <a:latin typeface="Neue Haas Grotesk Text Pro"/>
              </a:rPr>
              <a:t>respostas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aos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eventos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são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reativas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limitando</a:t>
            </a:r>
            <a:r>
              <a:rPr lang="en-US" sz="1400" b="0" i="0" u="none" strike="noStrike" kern="1200" cap="none" spc="0" baseline="0" dirty="0">
                <a:solidFill>
                  <a:srgbClr val="000000"/>
                </a:solidFill>
                <a:uFillTx/>
                <a:latin typeface="Neue Haas Grotesk Text Pro"/>
              </a:rPr>
              <a:t> a </a:t>
            </a:r>
            <a:r>
              <a:rPr lang="en-US" sz="1400" b="0" i="0" u="none" strike="noStrike" kern="1200" cap="none" spc="0" baseline="0" dirty="0" err="1">
                <a:solidFill>
                  <a:srgbClr val="000000"/>
                </a:solidFill>
                <a:uFillTx/>
                <a:latin typeface="Neue Haas Grotesk Text Pro"/>
              </a:rPr>
              <a:t>prevenção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eficaz</a:t>
            </a:r>
            <a:r>
              <a:rPr lang="en-US" sz="1400" b="0" i="0" u="none" strike="noStrike" kern="1200" cap="none" spc="0" baseline="0" dirty="0">
                <a:solidFill>
                  <a:srgbClr val="000000"/>
                </a:solidFill>
                <a:uFillTx/>
                <a:latin typeface="Neue Haas Grotesk Text Pro"/>
              </a:rPr>
              <a:t> de crises.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Oportunidade</a:t>
            </a:r>
            <a:r>
              <a:rPr lang="en-US" sz="1400" b="1" i="0" u="none" strike="noStrike" kern="1200" cap="none" spc="0" baseline="0" dirty="0">
                <a:solidFill>
                  <a:srgbClr val="000000"/>
                </a:solidFill>
                <a:uFillTx/>
                <a:latin typeface="Neue Haas Grotesk Text Pro"/>
              </a:rPr>
              <a:t> com Machine Learning</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a:solidFill>
                  <a:srgbClr val="000000"/>
                </a:solidFill>
                <a:uFillTx/>
                <a:latin typeface="Neue Haas Grotesk Text Pro"/>
              </a:rPr>
              <a:t>Machine Learning </a:t>
            </a:r>
            <a:r>
              <a:rPr lang="en-US" sz="1400" b="0" i="0" u="none" strike="noStrike" kern="1200" cap="none" spc="0" baseline="0" dirty="0" err="1">
                <a:solidFill>
                  <a:srgbClr val="000000"/>
                </a:solidFill>
                <a:uFillTx/>
                <a:latin typeface="Neue Haas Grotesk Text Pro"/>
              </a:rPr>
              <a:t>permite</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transformar</a:t>
            </a:r>
            <a:r>
              <a:rPr lang="en-US" sz="1400" b="0" i="0" u="none" strike="noStrike" kern="1200" cap="none" spc="0" baseline="0" dirty="0">
                <a:solidFill>
                  <a:srgbClr val="000000"/>
                </a:solidFill>
                <a:uFillTx/>
                <a:latin typeface="Neue Haas Grotesk Text Pro"/>
              </a:rPr>
              <a:t> dados </a:t>
            </a:r>
            <a:r>
              <a:rPr lang="en-US" sz="1400" b="0" i="0" u="none" strike="noStrike" kern="1200" cap="none" spc="0" baseline="0" dirty="0" err="1">
                <a:solidFill>
                  <a:srgbClr val="000000"/>
                </a:solidFill>
                <a:uFillTx/>
                <a:latin typeface="Neue Haas Grotesk Text Pro"/>
              </a:rPr>
              <a:t>em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alertas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antecipados</a:t>
            </a:r>
            <a:r>
              <a:rPr lang="en-US" sz="1400" b="0" i="0" u="none" strike="noStrike" kern="1200" cap="none" spc="0" baseline="0" dirty="0">
                <a:solidFill>
                  <a:srgbClr val="000000"/>
                </a:solidFill>
                <a:uFillTx/>
                <a:latin typeface="Neue Haas Grotesk Text Pro"/>
              </a:rPr>
              <a:t> para </a:t>
            </a:r>
            <a:r>
              <a:rPr lang="en-US" sz="1400" b="0" i="0" u="none" strike="noStrike" kern="1200" cap="none" spc="0" baseline="0" dirty="0" err="1">
                <a:solidFill>
                  <a:srgbClr val="000000"/>
                </a:solidFill>
                <a:uFillTx/>
                <a:latin typeface="Neue Haas Grotesk Text Pro"/>
              </a:rPr>
              <a:t>melhorar</a:t>
            </a:r>
            <a:r>
              <a:rPr lang="en-US" sz="1400" b="0" i="0" u="none" strike="noStrike" kern="1200" cap="none" spc="0" baseline="0" dirty="0">
                <a:solidFill>
                  <a:srgbClr val="000000"/>
                </a:solidFill>
                <a:uFillTx/>
                <a:latin typeface="Neue Haas Grotesk Text Pro"/>
              </a:rPr>
              <a:t> a </a:t>
            </a:r>
            <a:r>
              <a:rPr lang="en-US" sz="1400" b="0" i="0" u="none" strike="noStrike" kern="1200" cap="none" spc="0" baseline="0" dirty="0" err="1">
                <a:solidFill>
                  <a:srgbClr val="000000"/>
                </a:solidFill>
                <a:uFillTx/>
                <a:latin typeface="Neue Haas Grotesk Text Pro"/>
              </a:rPr>
              <a:t>segurança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pública</a:t>
            </a:r>
            <a:r>
              <a:rPr lang="en-US" sz="14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Mudança</a:t>
            </a:r>
            <a:r>
              <a:rPr lang="en-US" sz="1400" b="1" i="0" u="none" strike="noStrike" kern="1200" cap="none" spc="0" baseline="0" dirty="0">
                <a:solidFill>
                  <a:srgbClr val="000000"/>
                </a:solidFill>
                <a:uFillTx/>
                <a:latin typeface="Neue Haas Grotesk Text Pro"/>
              </a:rPr>
              <a:t> para </a:t>
            </a:r>
            <a:r>
              <a:rPr lang="en-US" sz="1400" b="1" i="0" u="none" strike="noStrike" kern="1200" cap="none" spc="0" baseline="0" dirty="0" err="1">
                <a:solidFill>
                  <a:srgbClr val="000000"/>
                </a:solidFill>
                <a:uFillTx/>
                <a:latin typeface="Neue Haas Grotesk Text Pro"/>
              </a:rPr>
              <a:t>Prevenção</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Proativa</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a:solidFill>
                  <a:srgbClr val="000000"/>
                </a:solidFill>
                <a:uFillTx/>
                <a:latin typeface="Neue Haas Grotesk Text Pro"/>
              </a:rPr>
              <a:t>Adotar</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tecnologia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preventiva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reduz</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danos</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fortalece</a:t>
            </a:r>
            <a:r>
              <a:rPr lang="en-US" sz="1400" b="0" i="0" u="none" strike="noStrike" kern="1200" cap="none" spc="0" baseline="0" dirty="0">
                <a:solidFill>
                  <a:srgbClr val="000000"/>
                </a:solidFill>
                <a:uFillTx/>
                <a:latin typeface="Neue Haas Grotesk Text Pro"/>
              </a:rPr>
              <a:t> a </a:t>
            </a:r>
            <a:r>
              <a:rPr lang="en-US" sz="1400" b="0" i="0" u="none" strike="noStrike" kern="1200" cap="none" spc="0" baseline="0" dirty="0" err="1">
                <a:solidFill>
                  <a:srgbClr val="000000"/>
                </a:solidFill>
                <a:uFillTx/>
                <a:latin typeface="Neue Haas Grotesk Text Pro"/>
              </a:rPr>
              <a:t>governança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democrática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em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ambientes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incertos</a:t>
            </a:r>
            <a:r>
              <a:rPr lang="en-US" sz="1400" b="0" i="0" u="none" strike="noStrike" kern="1200" cap="none" spc="0" baseline="0" dirty="0">
                <a:solidFill>
                  <a:srgbClr val="000000"/>
                </a:solidFill>
                <a:uFillTx/>
                <a:latin typeface="Neue Haas Grotesk Text Pro"/>
              </a:rPr>
              <a:t>.</a:t>
            </a:r>
          </a:p>
        </p:txBody>
      </p:sp>
      <p:pic>
        <p:nvPicPr>
          <p:cNvPr id="4" name="Content Placeholder 3" descr="Conceito de Internet das Coisas"/>
          <p:cNvPicPr>
            <a:picLocks noGrp="1" noChangeAspect="1"/>
          </p:cNvPicPr>
          <p:nvPr>
            <p:ph type="pic" idx="4294967295"/>
          </p:nvPr>
        </p:nvPicPr>
        <p:blipFill>
          <a:blip r:embed="rId3"/>
          <a:srcRect l="18286" r="1" b="1"/>
          <a:stretch>
            <a:fillRect/>
          </a:stretch>
        </p:blipFill>
        <p:spPr>
          <a:xfrm>
            <a:off x="6096048" y="1923522"/>
            <a:ext cx="5905542" cy="4824109"/>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2309">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Problema e Desafios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2310">
    <p:spTree>
      <p:nvGrpSpPr>
        <p:cNvPr id="1" name=""/>
        <p:cNvGrpSpPr/>
        <p:nvPr/>
      </p:nvGrpSpPr>
      <p:grpSpPr>
        <a:xfrm>
          <a:off x="0" y="0"/>
          <a:ext cx="0" cy="0"/>
          <a:chOff x="0" y="0"/>
          <a:chExt cx="0" cy="0"/>
        </a:xfrm>
      </p:grpSpPr>
      <p:sp>
        <p:nvSpPr>
          <p:cNvPr id="2" name="Title 1"/>
          <p:cNvSpPr txBox="1">
            <a:spLocks noGrp="1"/>
          </p:cNvSpPr>
          <p:nvPr>
            <p:ph type="title"/>
          </p:nvPr>
        </p:nvSpPr>
        <p:spPr>
          <a:xfrm>
            <a:off x="-18288" y="644661"/>
            <a:ext cx="12001591" cy="1088355"/>
          </a:xfrm>
        </p:spPr>
        <p:txBody>
          <a:bodyPr anchor="ctr"/>
          <a:lstStyle/>
          <a:p>
            <a:pPr lvl="0"/>
            <a:r>
              <a:rPr lang="en-US"/>
              <a:t>Problema Central</a:t>
            </a:r>
          </a:p>
        </p:txBody>
      </p:sp>
      <p:sp>
        <p:nvSpPr>
          <p:cNvPr id="3" name="TextBox 4"/>
          <p:cNvSpPr txBox="1"/>
          <p:nvPr/>
        </p:nvSpPr>
        <p:spPr>
          <a:xfrm>
            <a:off x="0" y="1923522"/>
            <a:ext cx="5905542" cy="482410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Desafio na Previsão Antecipada</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A falta de ferramentas tecnológicas impede prever incidentes antes que aconteçam, limitando respostas eficazes.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Limitações dos Datasets</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Datasets atuais são escassos e pouco explorados, dificultando o desenvolvimento de modelos preditivos robustos.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Falta de Integração de Variáveis</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Ausência de integração com dados externos como economia, clima, redes sociais e mobilidade reduz precisão das previsões.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Importância da Previsão Proativa</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Antecipar incidentes permite substituir ações reativas por estratégias baseadas em evidências para segurança social.</a:t>
            </a:r>
          </a:p>
        </p:txBody>
      </p:sp>
      <p:pic>
        <p:nvPicPr>
          <p:cNvPr id="4" name="Content Placeholder 3" descr="O jovem segurando uma caneta escrevendo seu objetivo no caderno"/>
          <p:cNvPicPr>
            <a:picLocks noGrp="1" noChangeAspect="1"/>
          </p:cNvPicPr>
          <p:nvPr>
            <p:ph type="pic" idx="4294967295"/>
          </p:nvPr>
        </p:nvPicPr>
        <p:blipFill>
          <a:blip r:embed="rId3"/>
          <a:srcRect l="13980" r="4308" b="1"/>
          <a:stretch>
            <a:fillRect/>
          </a:stretch>
        </p:blipFill>
        <p:spPr>
          <a:xfrm>
            <a:off x="6096048" y="1923522"/>
            <a:ext cx="5905542" cy="4824109"/>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2311">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Solução Proposta</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2312">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normAutofit/>
          </a:bodyPr>
          <a:lstStyle/>
          <a:p>
            <a:pPr lvl="0"/>
            <a:r>
              <a:rPr lang="pt-PT" sz="4800"/>
              <a:t>Modelo de Machine Learning</a:t>
            </a:r>
          </a:p>
        </p:txBody>
      </p:sp>
      <p:sp>
        <p:nvSpPr>
          <p:cNvPr id="3" name="TextBox 4"/>
          <p:cNvSpPr txBox="1"/>
          <p:nvPr/>
        </p:nvSpPr>
        <p:spPr>
          <a:xfrm>
            <a:off x="543939" y="2890729"/>
            <a:ext cx="4449223" cy="3138440"/>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000" b="1" i="0" u="none" strike="noStrike" kern="1200" cap="none" spc="0" baseline="0">
                <a:solidFill>
                  <a:srgbClr val="000000"/>
                </a:solidFill>
                <a:uFillTx/>
                <a:latin typeface="Neue Haas Grotesk Text Pro"/>
              </a:rPr>
              <a:t>Modelo Preditivo com Random Forest</a:t>
            </a: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Neue Haas Grotesk Text Pro"/>
              </a:rPr>
              <a:t>Utiliza algoritmo Random Forest para realizar previsões sob demanda em datas fornecidas pelo usuário, permitindo simulações futuras.</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000" b="1" i="0" u="none" strike="noStrike" kern="1200" cap="none" spc="0" baseline="0">
                <a:solidFill>
                  <a:srgbClr val="000000"/>
                </a:solidFill>
                <a:uFillTx/>
                <a:latin typeface="Neue Haas Grotesk Text Pro"/>
              </a:rPr>
              <a:t>Integração de Variáveis Externas</a:t>
            </a: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Neue Haas Grotesk Text Pro"/>
              </a:rPr>
              <a:t>Incorpora indicadores econômicos, dados climáticos, redes sociais, mobilidade e eventos para aumentar a precisão das previsões.</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000" b="1" i="0" u="none" strike="noStrike" kern="1200" cap="none" spc="0" baseline="0">
                <a:solidFill>
                  <a:srgbClr val="000000"/>
                </a:solidFill>
                <a:uFillTx/>
                <a:latin typeface="Neue Haas Grotesk Text Pro"/>
              </a:rPr>
              <a:t>Sistema de Apoio à Decisão</a:t>
            </a: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Neue Haas Grotesk Text Pro"/>
              </a:rPr>
              <a:t>Fornece insights estratégicos para órgãos governamentais, segurança e organizações civis, auxiliando na tomada de decisões.</a:t>
            </a:r>
          </a:p>
        </p:txBody>
      </p:sp>
      <p:pic>
        <p:nvPicPr>
          <p:cNvPr id="4" name="Content Placeholder 3" descr="Moeda euro com máscara facial, conceito de recessão econômica global"/>
          <p:cNvPicPr>
            <a:picLocks noGrp="1" noChangeAspect="1"/>
          </p:cNvPicPr>
          <p:nvPr>
            <p:ph type="pic" idx="4294967295"/>
          </p:nvPr>
        </p:nvPicPr>
        <p:blipFill>
          <a:blip r:embed="rId3"/>
          <a:srcRect l="22453" r="21539"/>
          <a:stretch>
            <a:fillRect/>
          </a:stretch>
        </p:blipFill>
        <p:spPr>
          <a:xfrm>
            <a:off x="5363568" y="9"/>
            <a:ext cx="6828428" cy="6857990"/>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2313">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Metodologia</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2314">
    <p:spTree>
      <p:nvGrpSpPr>
        <p:cNvPr id="1" name=""/>
        <p:cNvGrpSpPr/>
        <p:nvPr/>
      </p:nvGrpSpPr>
      <p:grpSpPr>
        <a:xfrm>
          <a:off x="0" y="0"/>
          <a:ext cx="0" cy="0"/>
          <a:chOff x="0" y="0"/>
          <a:chExt cx="0" cy="0"/>
        </a:xfrm>
      </p:grpSpPr>
      <p:sp>
        <p:nvSpPr>
          <p:cNvPr id="2" name="Title 1"/>
          <p:cNvSpPr txBox="1">
            <a:spLocks noGrp="1"/>
          </p:cNvSpPr>
          <p:nvPr>
            <p:ph type="title"/>
          </p:nvPr>
        </p:nvSpPr>
        <p:spPr>
          <a:xfrm>
            <a:off x="-18288" y="644661"/>
            <a:ext cx="12001591" cy="1088355"/>
          </a:xfrm>
        </p:spPr>
        <p:txBody>
          <a:bodyPr anchor="ctr"/>
          <a:lstStyle/>
          <a:p>
            <a:pPr lvl="0"/>
            <a:r>
              <a:rPr lang="en-US"/>
              <a:t>Etapas do Processo</a:t>
            </a:r>
          </a:p>
        </p:txBody>
      </p:sp>
      <p:sp>
        <p:nvSpPr>
          <p:cNvPr id="3" name="TextBox 4"/>
          <p:cNvSpPr txBox="1"/>
          <p:nvPr/>
        </p:nvSpPr>
        <p:spPr>
          <a:xfrm>
            <a:off x="0" y="1923522"/>
            <a:ext cx="5905542" cy="482410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Coleta</a:t>
            </a:r>
            <a:r>
              <a:rPr lang="en-US" sz="1400" b="1" i="0" u="none" strike="noStrike" kern="1200" cap="none" spc="0" baseline="0" dirty="0">
                <a:solidFill>
                  <a:srgbClr val="000000"/>
                </a:solidFill>
                <a:uFillTx/>
                <a:latin typeface="Neue Haas Grotesk Text Pro"/>
              </a:rPr>
              <a:t> e </a:t>
            </a:r>
            <a:r>
              <a:rPr lang="en-US" sz="1400" b="1" i="0" u="none" strike="noStrike" kern="1200" cap="none" spc="0" baseline="0" dirty="0" err="1">
                <a:solidFill>
                  <a:srgbClr val="000000"/>
                </a:solidFill>
                <a:uFillTx/>
                <a:latin typeface="Neue Haas Grotesk Text Pro"/>
              </a:rPr>
              <a:t>Limpeza</a:t>
            </a:r>
            <a:r>
              <a:rPr lang="en-US" sz="1400" b="1" i="0" u="none" strike="noStrike" kern="1200" cap="none" spc="0" baseline="0" dirty="0">
                <a:solidFill>
                  <a:srgbClr val="000000"/>
                </a:solidFill>
                <a:uFillTx/>
                <a:latin typeface="Neue Haas Grotesk Text Pro"/>
              </a:rPr>
              <a:t> de Dados</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a:solidFill>
                  <a:srgbClr val="000000"/>
                </a:solidFill>
                <a:uFillTx/>
                <a:latin typeface="Neue Haas Grotesk Text Pro"/>
              </a:rPr>
              <a:t>Os</a:t>
            </a:r>
            <a:r>
              <a:rPr lang="en-US" sz="1400" b="0" i="0" u="none" strike="noStrike" kern="1200" cap="none" spc="0" baseline="0" dirty="0">
                <a:solidFill>
                  <a:srgbClr val="000000"/>
                </a:solidFill>
                <a:uFillTx/>
                <a:latin typeface="Neue Haas Grotesk Text Pro"/>
              </a:rPr>
              <a:t> dados </a:t>
            </a:r>
            <a:r>
              <a:rPr lang="en-US" sz="1400" b="0" i="0" u="none" strike="noStrike" kern="1200" cap="none" spc="0" baseline="0" dirty="0" err="1">
                <a:solidFill>
                  <a:srgbClr val="000000"/>
                </a:solidFill>
                <a:uFillTx/>
                <a:latin typeface="Neue Haas Grotesk Text Pro"/>
              </a:rPr>
              <a:t>internos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são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coletados</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limpos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removendo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valores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nulos</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padronizando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formatos</a:t>
            </a:r>
            <a:r>
              <a:rPr lang="en-US" sz="1400" b="0" i="0" u="none" strike="noStrike" kern="1200" cap="none" spc="0" baseline="0" dirty="0">
                <a:solidFill>
                  <a:srgbClr val="000000"/>
                </a:solidFill>
                <a:uFillTx/>
                <a:latin typeface="Neue Haas Grotesk Text Pro"/>
              </a:rPr>
              <a:t> para </a:t>
            </a:r>
            <a:r>
              <a:rPr lang="en-US" sz="1400" b="0" i="0" u="none" strike="noStrike" kern="1200" cap="none" spc="0" baseline="0" dirty="0" err="1">
                <a:solidFill>
                  <a:srgbClr val="000000"/>
                </a:solidFill>
                <a:uFillTx/>
                <a:latin typeface="Neue Haas Grotesk Text Pro"/>
              </a:rPr>
              <a:t>garantir</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qualidade</a:t>
            </a:r>
            <a:r>
              <a:rPr lang="en-US" sz="14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Criação</a:t>
            </a:r>
            <a:r>
              <a:rPr lang="en-US" sz="1400" b="1" i="0" u="none" strike="noStrike" kern="1200" cap="none" spc="0" baseline="0" dirty="0">
                <a:solidFill>
                  <a:srgbClr val="000000"/>
                </a:solidFill>
                <a:uFillTx/>
                <a:latin typeface="Neue Haas Grotesk Text Pro"/>
              </a:rPr>
              <a:t> da </a:t>
            </a:r>
            <a:r>
              <a:rPr lang="en-US" sz="1400" b="1" i="0" u="none" strike="noStrike" kern="1200" cap="none" spc="0" baseline="0" dirty="0" err="1">
                <a:solidFill>
                  <a:srgbClr val="000000"/>
                </a:solidFill>
                <a:uFillTx/>
                <a:latin typeface="Neue Haas Grotesk Text Pro"/>
              </a:rPr>
              <a:t>Variável</a:t>
            </a:r>
            <a:r>
              <a:rPr lang="en-US" sz="1400" b="1" i="0" u="none" strike="noStrike" kern="1200" cap="none" spc="0" baseline="0" dirty="0">
                <a:solidFill>
                  <a:srgbClr val="000000"/>
                </a:solidFill>
                <a:uFillTx/>
                <a:latin typeface="Neue Haas Grotesk Text Pro"/>
              </a:rPr>
              <a:t> </a:t>
            </a:r>
            <a:r>
              <a:rPr lang="en-US" sz="1400" b="1" i="0" u="none" strike="noStrike" kern="1200" cap="none" spc="0" baseline="0" dirty="0" err="1">
                <a:solidFill>
                  <a:srgbClr val="000000"/>
                </a:solidFill>
                <a:uFillTx/>
                <a:latin typeface="Neue Haas Grotesk Text Pro"/>
              </a:rPr>
              <a:t>Alvo</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a:solidFill>
                  <a:srgbClr val="000000"/>
                </a:solidFill>
                <a:uFillTx/>
                <a:latin typeface="Neue Haas Grotesk Text Pro"/>
              </a:rPr>
              <a:t>A </a:t>
            </a:r>
            <a:r>
              <a:rPr lang="en-US" sz="1400" b="0" i="0" u="none" strike="noStrike" kern="1200" cap="none" spc="0" baseline="0" dirty="0" err="1">
                <a:solidFill>
                  <a:srgbClr val="000000"/>
                </a:solidFill>
                <a:uFillTx/>
                <a:latin typeface="Neue Haas Grotesk Text Pro"/>
              </a:rPr>
              <a:t>variável</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alvo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transforma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smtClean="0">
                <a:solidFill>
                  <a:srgbClr val="000000"/>
                </a:solidFill>
                <a:uFillTx/>
                <a:latin typeface="Neue Haas Grotesk Text Pro"/>
              </a:rPr>
              <a:t>registos</a:t>
            </a:r>
            <a:r>
              <a:rPr lang="en-US" sz="1400" b="0" i="0" u="none" strike="noStrike" kern="1200" cap="none" spc="0" baseline="0" dirty="0" smtClean="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em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binário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indicando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presença</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ou</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ausência</a:t>
            </a:r>
            <a:r>
              <a:rPr lang="en-US" sz="1400" b="0" i="0" u="none" strike="noStrike" kern="1200" cap="none" spc="0" baseline="0" dirty="0">
                <a:solidFill>
                  <a:srgbClr val="000000"/>
                </a:solidFill>
                <a:uFillTx/>
                <a:latin typeface="Neue Haas Grotesk Text Pro"/>
              </a:rPr>
              <a:t> de </a:t>
            </a:r>
            <a:r>
              <a:rPr lang="en-US" sz="1400" b="0" i="0" u="none" strike="noStrike" kern="1200" cap="none" spc="0" baseline="0" dirty="0" err="1">
                <a:solidFill>
                  <a:srgbClr val="000000"/>
                </a:solidFill>
                <a:uFillTx/>
                <a:latin typeface="Neue Haas Grotesk Text Pro"/>
              </a:rPr>
              <a:t>incidentes</a:t>
            </a:r>
            <a:r>
              <a:rPr lang="en-US" sz="1400" b="0" i="0" u="none" strike="noStrike" kern="1200" cap="none" spc="0" baseline="0" dirty="0">
                <a:solidFill>
                  <a:srgbClr val="000000"/>
                </a:solidFill>
                <a:uFillTx/>
                <a:latin typeface="Neue Haas Grotesk Text Pro"/>
              </a:rPr>
              <a:t> para </a:t>
            </a:r>
            <a:r>
              <a:rPr lang="en-US" sz="1400" b="0" i="0" u="none" strike="noStrike" kern="1200" cap="none" spc="0" baseline="0" dirty="0" err="1">
                <a:solidFill>
                  <a:srgbClr val="000000"/>
                </a:solidFill>
                <a:uFillTx/>
                <a:latin typeface="Neue Haas Grotesk Text Pro"/>
              </a:rPr>
              <a:t>análise</a:t>
            </a:r>
            <a:r>
              <a:rPr lang="en-US" sz="14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Normalização</a:t>
            </a:r>
            <a:r>
              <a:rPr lang="en-US" sz="1400" b="1" i="0" u="none" strike="noStrike" kern="1200" cap="none" spc="0" baseline="0" dirty="0">
                <a:solidFill>
                  <a:srgbClr val="000000"/>
                </a:solidFill>
                <a:uFillTx/>
                <a:latin typeface="Neue Haas Grotesk Text Pro"/>
              </a:rPr>
              <a:t> e </a:t>
            </a:r>
            <a:r>
              <a:rPr lang="en-US" sz="1400" b="1" i="0" u="none" strike="noStrike" kern="1200" cap="none" spc="0" baseline="0" dirty="0" err="1">
                <a:solidFill>
                  <a:srgbClr val="000000"/>
                </a:solidFill>
                <a:uFillTx/>
                <a:latin typeface="Neue Haas Grotesk Text Pro"/>
              </a:rPr>
              <a:t>Codificação</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a:solidFill>
                  <a:srgbClr val="000000"/>
                </a:solidFill>
                <a:uFillTx/>
                <a:latin typeface="Neue Haas Grotesk Text Pro"/>
              </a:rPr>
              <a:t>Variáveis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categóricas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são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normalizadas</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codificadas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usando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técnicas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como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OneHot</a:t>
            </a:r>
            <a:r>
              <a:rPr lang="en-US" sz="1400" b="0" i="0" u="none" strike="noStrike" kern="1200" cap="none" spc="0" baseline="0" dirty="0">
                <a:solidFill>
                  <a:srgbClr val="000000"/>
                </a:solidFill>
                <a:uFillTx/>
                <a:latin typeface="Neue Haas Grotesk Text Pro"/>
              </a:rPr>
              <a:t> Encoding para </a:t>
            </a:r>
            <a:r>
              <a:rPr lang="en-US" sz="1400" b="0" i="0" u="none" strike="noStrike" kern="1200" cap="none" spc="0" baseline="0" dirty="0" err="1">
                <a:solidFill>
                  <a:srgbClr val="000000"/>
                </a:solidFill>
                <a:uFillTx/>
                <a:latin typeface="Neue Haas Grotesk Text Pro"/>
              </a:rPr>
              <a:t>modelagem</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adequada</a:t>
            </a:r>
            <a:r>
              <a:rPr lang="en-US" sz="14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dirty="0" err="1">
                <a:solidFill>
                  <a:srgbClr val="000000"/>
                </a:solidFill>
                <a:uFillTx/>
                <a:latin typeface="Neue Haas Grotesk Text Pro"/>
              </a:rPr>
              <a:t>Treinamento</a:t>
            </a:r>
            <a:r>
              <a:rPr lang="en-US" sz="1400" b="1" i="0" u="none" strike="noStrike" kern="1200" cap="none" spc="0" baseline="0" dirty="0">
                <a:solidFill>
                  <a:srgbClr val="000000"/>
                </a:solidFill>
                <a:uFillTx/>
                <a:latin typeface="Neue Haas Grotesk Text Pro"/>
              </a:rPr>
              <a:t> e </a:t>
            </a:r>
            <a:r>
              <a:rPr lang="en-US" sz="1400" b="1" i="0" u="none" strike="noStrike" kern="1200" cap="none" spc="0" baseline="0" dirty="0" err="1">
                <a:solidFill>
                  <a:srgbClr val="000000"/>
                </a:solidFill>
                <a:uFillTx/>
                <a:latin typeface="Neue Haas Grotesk Text Pro"/>
              </a:rPr>
              <a:t>Avaliação</a:t>
            </a:r>
            <a:r>
              <a:rPr lang="en-US" sz="1400" b="1" i="0" u="none" strike="noStrike" kern="1200" cap="none" spc="0" baseline="0" dirty="0">
                <a:solidFill>
                  <a:srgbClr val="000000"/>
                </a:solidFill>
                <a:uFillTx/>
                <a:latin typeface="Neue Haas Grotesk Text Pro"/>
              </a:rPr>
              <a:t> do </a:t>
            </a:r>
            <a:r>
              <a:rPr lang="en-US" sz="1400" b="1" i="0" u="none" strike="noStrike" kern="1200" cap="none" spc="0" baseline="0" dirty="0" err="1">
                <a:solidFill>
                  <a:srgbClr val="000000"/>
                </a:solidFill>
                <a:uFillTx/>
                <a:latin typeface="Neue Haas Grotesk Text Pro"/>
              </a:rPr>
              <a:t>Modelo</a:t>
            </a:r>
            <a:endParaRPr lang="en-US" sz="14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dirty="0" err="1">
                <a:solidFill>
                  <a:srgbClr val="000000"/>
                </a:solidFill>
                <a:uFillTx/>
                <a:latin typeface="Neue Haas Grotesk Text Pro"/>
              </a:rPr>
              <a:t>Modelo</a:t>
            </a:r>
            <a:r>
              <a:rPr lang="en-US" sz="1400" b="0" i="0" u="none" strike="noStrike" kern="1200" cap="none" spc="0" baseline="0" dirty="0">
                <a:solidFill>
                  <a:srgbClr val="000000"/>
                </a:solidFill>
                <a:uFillTx/>
                <a:latin typeface="Neue Haas Grotesk Text Pro"/>
              </a:rPr>
              <a:t> Random Forest é </a:t>
            </a:r>
            <a:r>
              <a:rPr lang="en-US" sz="1400" b="0" i="0" u="none" strike="noStrike" kern="1200" cap="none" spc="0" baseline="0" dirty="0" err="1">
                <a:solidFill>
                  <a:srgbClr val="000000"/>
                </a:solidFill>
                <a:uFillTx/>
                <a:latin typeface="Neue Haas Grotesk Text Pro"/>
              </a:rPr>
              <a:t>treinado</a:t>
            </a:r>
            <a:r>
              <a:rPr lang="en-US" sz="1400" b="0" i="0" u="none" strike="noStrike" kern="1200" cap="none" spc="0" baseline="0" dirty="0">
                <a:solidFill>
                  <a:srgbClr val="000000"/>
                </a:solidFill>
                <a:uFillTx/>
                <a:latin typeface="Neue Haas Grotesk Text Pro"/>
              </a:rPr>
              <a:t> e </a:t>
            </a:r>
            <a:r>
              <a:rPr lang="en-US" sz="1400" b="0" i="0" u="none" strike="noStrike" kern="1200" cap="none" spc="0" baseline="0" dirty="0" err="1">
                <a:solidFill>
                  <a:srgbClr val="000000"/>
                </a:solidFill>
                <a:uFillTx/>
                <a:latin typeface="Neue Haas Grotesk Text Pro"/>
              </a:rPr>
              <a:t>avaliado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usando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métricas</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como</a:t>
            </a:r>
            <a:r>
              <a:rPr lang="en-US" sz="1400" b="0" i="0" u="none" strike="noStrike" kern="1200" cap="none" spc="0" baseline="0" dirty="0">
                <a:solidFill>
                  <a:srgbClr val="000000"/>
                </a:solidFill>
                <a:uFillTx/>
                <a:latin typeface="Neue Haas Grotesk Text Pro"/>
              </a:rPr>
              <a:t> </a:t>
            </a:r>
            <a:r>
              <a:rPr lang="en-US" sz="1400" b="0" i="0" u="none" strike="noStrike" kern="1200" cap="none" spc="0" baseline="0" dirty="0" err="1">
                <a:solidFill>
                  <a:srgbClr val="000000"/>
                </a:solidFill>
                <a:uFillTx/>
                <a:latin typeface="Neue Haas Grotesk Text Pro"/>
              </a:rPr>
              <a:t>precisão</a:t>
            </a:r>
            <a:r>
              <a:rPr lang="en-US" sz="1400" b="0" i="0" u="none" strike="noStrike" kern="1200" cap="none" spc="0" baseline="0" dirty="0">
                <a:solidFill>
                  <a:srgbClr val="000000"/>
                </a:solidFill>
                <a:uFillTx/>
                <a:latin typeface="Neue Haas Grotesk Text Pro"/>
              </a:rPr>
              <a:t>, recall e </a:t>
            </a:r>
            <a:r>
              <a:rPr lang="en-US" sz="1400" b="0" i="0" u="none" strike="noStrike" kern="1200" cap="none" spc="0" baseline="0" dirty="0" err="1">
                <a:solidFill>
                  <a:srgbClr val="000000"/>
                </a:solidFill>
                <a:uFillTx/>
                <a:latin typeface="Neue Haas Grotesk Text Pro"/>
              </a:rPr>
              <a:t>matriz</a:t>
            </a:r>
            <a:r>
              <a:rPr lang="en-US" sz="1400" b="0" i="0" u="none" strike="noStrike" kern="1200" cap="none" spc="0" baseline="0" dirty="0">
                <a:solidFill>
                  <a:srgbClr val="000000"/>
                </a:solidFill>
                <a:uFillTx/>
                <a:latin typeface="Neue Haas Grotesk Text Pro"/>
              </a:rPr>
              <a:t> de </a:t>
            </a:r>
            <a:r>
              <a:rPr lang="en-US" sz="1400" b="0" i="0" u="none" strike="noStrike" kern="1200" cap="none" spc="0" baseline="0" dirty="0" err="1">
                <a:solidFill>
                  <a:srgbClr val="000000"/>
                </a:solidFill>
                <a:uFillTx/>
                <a:latin typeface="Neue Haas Grotesk Text Pro"/>
              </a:rPr>
              <a:t>confusão</a:t>
            </a:r>
            <a:r>
              <a:rPr lang="en-US" sz="1400" b="0" i="0" u="none" strike="noStrike" kern="1200" cap="none" spc="0" baseline="0" dirty="0">
                <a:solidFill>
                  <a:srgbClr val="000000"/>
                </a:solidFill>
                <a:uFillTx/>
                <a:latin typeface="Neue Haas Grotesk Text Pro"/>
              </a:rPr>
              <a:t> para </a:t>
            </a:r>
            <a:r>
              <a:rPr lang="en-US" sz="1400" b="0" i="0" u="none" strike="noStrike" kern="1200" cap="none" spc="0" baseline="0" dirty="0" err="1">
                <a:solidFill>
                  <a:srgbClr val="000000"/>
                </a:solidFill>
                <a:uFillTx/>
                <a:latin typeface="Neue Haas Grotesk Text Pro"/>
              </a:rPr>
              <a:t>confiabilidade</a:t>
            </a:r>
            <a:r>
              <a:rPr lang="en-US" sz="1400" b="0" i="0" u="none" strike="noStrike" kern="1200" cap="none" spc="0" baseline="0" dirty="0">
                <a:solidFill>
                  <a:srgbClr val="000000"/>
                </a:solidFill>
                <a:uFillTx/>
                <a:latin typeface="Neue Haas Grotesk Text Pro"/>
              </a:rPr>
              <a:t>.</a:t>
            </a:r>
          </a:p>
        </p:txBody>
      </p:sp>
      <p:pic>
        <p:nvPicPr>
          <p:cNvPr id="4" name="Content Placeholder 3" descr="programa abstrato código binário e cubo de matriz colorida Banco de dados"/>
          <p:cNvPicPr>
            <a:picLocks noGrp="1" noChangeAspect="1"/>
          </p:cNvPicPr>
          <p:nvPr>
            <p:ph type="pic" idx="4294967295"/>
          </p:nvPr>
        </p:nvPicPr>
        <p:blipFill>
          <a:blip r:embed="rId3"/>
          <a:srcRect l="25325"/>
          <a:stretch>
            <a:fillRect/>
          </a:stretch>
        </p:blipFill>
        <p:spPr>
          <a:xfrm>
            <a:off x="6096048" y="1923522"/>
            <a:ext cx="5905542" cy="4824109"/>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2315">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Resultados Esperados e Impacto</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2316">
    <p:spTree>
      <p:nvGrpSpPr>
        <p:cNvPr id="1" name=""/>
        <p:cNvGrpSpPr/>
        <p:nvPr/>
      </p:nvGrpSpPr>
      <p:grpSpPr>
        <a:xfrm>
          <a:off x="0" y="0"/>
          <a:ext cx="0" cy="0"/>
          <a:chOff x="0" y="0"/>
          <a:chExt cx="0" cy="0"/>
        </a:xfrm>
      </p:grpSpPr>
      <p:sp>
        <p:nvSpPr>
          <p:cNvPr id="2" name="Title 1"/>
          <p:cNvSpPr txBox="1">
            <a:spLocks noGrp="1"/>
          </p:cNvSpPr>
          <p:nvPr>
            <p:ph type="title"/>
          </p:nvPr>
        </p:nvSpPr>
        <p:spPr>
          <a:xfrm>
            <a:off x="-18288" y="644661"/>
            <a:ext cx="12001591" cy="1088355"/>
          </a:xfrm>
        </p:spPr>
        <p:txBody>
          <a:bodyPr anchor="ctr"/>
          <a:lstStyle/>
          <a:p>
            <a:pPr lvl="0"/>
            <a:r>
              <a:rPr lang="en-US"/>
              <a:t>Pontos Impactantes</a:t>
            </a:r>
          </a:p>
        </p:txBody>
      </p:sp>
      <p:sp>
        <p:nvSpPr>
          <p:cNvPr id="3" name="TextBox 4"/>
          <p:cNvSpPr txBox="1"/>
          <p:nvPr/>
        </p:nvSpPr>
        <p:spPr>
          <a:xfrm>
            <a:off x="0" y="1923522"/>
            <a:ext cx="5905542" cy="482410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Alta Precisão na Previsão</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O modelo alcança mais de 80% de precisão ao identificar padrões temporais e geográficos de risco.</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Flexibilidade e Aplicabilidade</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Permite previsões para qualquer data escolhida pelo usuário, adaptando-se a vários cenários.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Decisão Estratégica Aprimorada</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Cruzamento multidimensional de dados gera insights para apoiar decisões estratégicas eficazes.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Impacto Social e Planejamento</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A abordagem antecipa riscos, otimizando recursos e promovendo paz social e segurança.</a:t>
            </a:r>
          </a:p>
        </p:txBody>
      </p:sp>
      <p:pic>
        <p:nvPicPr>
          <p:cNvPr id="4" name="Content Placeholder 3" descr="Relatório de pontuação de crédito"/>
          <p:cNvPicPr>
            <a:picLocks noGrp="1" noChangeAspect="1"/>
          </p:cNvPicPr>
          <p:nvPr>
            <p:ph type="pic" idx="4294967295"/>
          </p:nvPr>
        </p:nvPicPr>
        <p:blipFill>
          <a:blip r:embed="rId3"/>
          <a:srcRect r="8185" b="-2"/>
          <a:stretch>
            <a:fillRect/>
          </a:stretch>
        </p:blipFill>
        <p:spPr>
          <a:xfrm>
            <a:off x="6096048" y="1923522"/>
            <a:ext cx="5905542" cy="4824109"/>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2317">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Visualização e Interatividade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2318">
    <p:spTree>
      <p:nvGrpSpPr>
        <p:cNvPr id="1" name=""/>
        <p:cNvGrpSpPr/>
        <p:nvPr/>
      </p:nvGrpSpPr>
      <p:grpSpPr>
        <a:xfrm>
          <a:off x="0" y="0"/>
          <a:ext cx="0" cy="0"/>
          <a:chOff x="0" y="0"/>
          <a:chExt cx="0" cy="0"/>
        </a:xfrm>
      </p:grpSpPr>
      <p:sp>
        <p:nvSpPr>
          <p:cNvPr id="2" name="Title 1"/>
          <p:cNvSpPr txBox="1">
            <a:spLocks noGrp="1"/>
          </p:cNvSpPr>
          <p:nvPr>
            <p:ph type="title"/>
          </p:nvPr>
        </p:nvSpPr>
        <p:spPr>
          <a:xfrm>
            <a:off x="-18288" y="644661"/>
            <a:ext cx="12001591" cy="1088355"/>
          </a:xfrm>
        </p:spPr>
        <p:txBody>
          <a:bodyPr anchor="ctr"/>
          <a:lstStyle/>
          <a:p>
            <a:pPr lvl="0"/>
            <a:r>
              <a:rPr lang="en-US"/>
              <a:t>Gráficos Simulados</a:t>
            </a:r>
          </a:p>
        </p:txBody>
      </p:sp>
      <p:sp>
        <p:nvSpPr>
          <p:cNvPr id="3" name="TextBox 4"/>
          <p:cNvSpPr txBox="1"/>
          <p:nvPr/>
        </p:nvSpPr>
        <p:spPr>
          <a:xfrm>
            <a:off x="0" y="1923522"/>
            <a:ext cx="5905542" cy="482410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Evolução Temporal de Incidentes</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Gráficos simulados mostram como os incidentes evoluem ao longo do tempo comparados às menções sociais.</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Distribuição Geográfica</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Mapas gráficos ilustram a distribuição dos incidentes por diferentes províncias, destacando áreas de maior ocorrência.</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Correlação entre Variáveis</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Gráficos evidenciam correlações entre variáveis externas que impactam os incidentes analisados no modelo.</a:t>
            </a:r>
          </a:p>
          <a:p>
            <a:pPr marL="0" marR="0" lvl="0" indent="0" algn="l" defTabSz="914400" rtl="0" fontAlgn="auto" hangingPunct="1">
              <a:lnSpc>
                <a:spcPct val="100000"/>
              </a:lnSpc>
              <a:spcBef>
                <a:spcPts val="25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Neue Haas Grotesk Text Pro"/>
              </a:rPr>
              <a:t>Cenários Simulados de Risco</a:t>
            </a:r>
          </a:p>
          <a:p>
            <a:pPr marL="0" marR="0" lvl="1" indent="0" algn="l" defTabSz="914400" rtl="0" fontAlgn="auto" hangingPunct="1">
              <a:lnSpc>
                <a:spcPct val="100000"/>
              </a:lnSpc>
              <a:spcBef>
                <a:spcPts val="10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Neue Haas Grotesk Text Pro"/>
              </a:rPr>
              <a:t>Visualizações apresentam diferentes cenários simulados com níveis variados de risco para apoiar decisões estratégicas.</a:t>
            </a:r>
          </a:p>
        </p:txBody>
      </p:sp>
      <p:pic>
        <p:nvPicPr>
          <p:cNvPr id="4" name="Content Placeholder 3" descr="Interface médica do futuro, um sistema para gerenciar dados médicos obtidos por meio da varredura da rede neural do cérebro humano. Graças às tecnologias modernas e à ajuda das redes neurais, é possível fazer previsões e diagnosticar doenças em um estágio inicial."/>
          <p:cNvPicPr>
            <a:picLocks noGrp="1" noChangeAspect="1"/>
          </p:cNvPicPr>
          <p:nvPr>
            <p:ph type="pic" idx="4294967295"/>
          </p:nvPr>
        </p:nvPicPr>
        <p:blipFill>
          <a:blip r:embed="rId3"/>
          <a:srcRect l="15544" r="19881"/>
          <a:stretch>
            <a:fillRect/>
          </a:stretch>
        </p:blipFill>
        <p:spPr>
          <a:xfrm>
            <a:off x="6096048" y="1923522"/>
            <a:ext cx="5905542" cy="4824109"/>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2319">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normAutofit/>
          </a:bodyPr>
          <a:lstStyle/>
          <a:p>
            <a:pPr lvl="0"/>
            <a:r>
              <a:rPr lang="pt-PT" sz="5200"/>
              <a:t>Questões para Interação</a:t>
            </a:r>
          </a:p>
        </p:txBody>
      </p:sp>
      <p:sp>
        <p:nvSpPr>
          <p:cNvPr id="3" name="TextBox 4"/>
          <p:cNvSpPr txBox="1"/>
          <p:nvPr/>
        </p:nvSpPr>
        <p:spPr>
          <a:xfrm>
            <a:off x="543939" y="2890729"/>
            <a:ext cx="4449223" cy="3138440"/>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200" b="1" i="0" u="none" strike="noStrike" kern="1200" cap="none" spc="0" baseline="0" dirty="0" err="1">
                <a:solidFill>
                  <a:srgbClr val="000000"/>
                </a:solidFill>
                <a:uFillTx/>
                <a:latin typeface="Neue Haas Grotesk Text Pro"/>
              </a:rPr>
              <a:t>Engajamento</a:t>
            </a:r>
            <a:r>
              <a:rPr lang="en-US" sz="1200" b="1" i="0" u="none" strike="noStrike" kern="1200" cap="none" spc="0" baseline="0" dirty="0">
                <a:solidFill>
                  <a:srgbClr val="000000"/>
                </a:solidFill>
                <a:uFillTx/>
                <a:latin typeface="Neue Haas Grotesk Text Pro"/>
              </a:rPr>
              <a:t> e </a:t>
            </a:r>
            <a:r>
              <a:rPr lang="en-US" sz="1200" b="1" i="0" u="none" strike="noStrike" kern="1200" cap="none" spc="0" baseline="0" dirty="0" err="1">
                <a:solidFill>
                  <a:srgbClr val="000000"/>
                </a:solidFill>
                <a:uFillTx/>
                <a:latin typeface="Neue Haas Grotesk Text Pro"/>
              </a:rPr>
              <a:t>Reflexão</a:t>
            </a:r>
            <a:endParaRPr lang="en-US" sz="12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200" b="0" i="0" u="none" strike="noStrike" kern="1200" cap="none" spc="0" baseline="0" dirty="0" err="1">
                <a:solidFill>
                  <a:srgbClr val="000000"/>
                </a:solidFill>
                <a:uFillTx/>
                <a:latin typeface="Neue Haas Grotesk Text Pro"/>
              </a:rPr>
              <a:t>Questões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interativas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promovem</a:t>
            </a:r>
            <a:r>
              <a:rPr lang="en-US" sz="1200" b="0" i="0" u="none" strike="noStrike" kern="1200" cap="none" spc="0" baseline="0" dirty="0">
                <a:solidFill>
                  <a:srgbClr val="000000"/>
                </a:solidFill>
                <a:uFillTx/>
                <a:latin typeface="Neue Haas Grotesk Text Pro"/>
              </a:rPr>
              <a:t> o </a:t>
            </a:r>
            <a:r>
              <a:rPr lang="en-US" sz="1200" b="0" i="0" u="none" strike="noStrike" kern="1200" cap="none" spc="0" baseline="0" dirty="0" err="1">
                <a:solidFill>
                  <a:srgbClr val="000000"/>
                </a:solidFill>
                <a:uFillTx/>
                <a:latin typeface="Neue Haas Grotesk Text Pro"/>
              </a:rPr>
              <a:t>engajamento</a:t>
            </a:r>
            <a:r>
              <a:rPr lang="en-US" sz="1200" b="0" i="0" u="none" strike="noStrike" kern="1200" cap="none" spc="0" baseline="0" dirty="0">
                <a:solidFill>
                  <a:srgbClr val="000000"/>
                </a:solidFill>
                <a:uFillTx/>
                <a:latin typeface="Neue Haas Grotesk Text Pro"/>
              </a:rPr>
              <a:t> e </a:t>
            </a:r>
            <a:r>
              <a:rPr lang="en-US" sz="1200" b="0" i="0" u="none" strike="noStrike" kern="1200" cap="none" spc="0" baseline="0" dirty="0" err="1">
                <a:solidFill>
                  <a:srgbClr val="000000"/>
                </a:solidFill>
                <a:uFillTx/>
                <a:latin typeface="Neue Haas Grotesk Text Pro"/>
              </a:rPr>
              <a:t>incentivam</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reflexões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profundas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sobre</a:t>
            </a:r>
            <a:r>
              <a:rPr lang="en-US" sz="1200" b="0" i="0" u="none" strike="noStrike" kern="1200" cap="none" spc="0" baseline="0" dirty="0">
                <a:solidFill>
                  <a:srgbClr val="000000"/>
                </a:solidFill>
                <a:uFillTx/>
                <a:latin typeface="Neue Haas Grotesk Text Pro"/>
              </a:rPr>
              <a:t> o </a:t>
            </a:r>
            <a:r>
              <a:rPr lang="en-US" sz="1200" b="0" i="0" u="none" strike="noStrike" kern="1200" cap="none" spc="0" baseline="0" dirty="0" err="1">
                <a:solidFill>
                  <a:srgbClr val="000000"/>
                </a:solidFill>
                <a:uFillTx/>
                <a:latin typeface="Neue Haas Grotesk Text Pro"/>
              </a:rPr>
              <a:t>tema</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apresentado</a:t>
            </a:r>
            <a:r>
              <a:rPr lang="en-US" sz="12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200" b="1" i="0" u="none" strike="noStrike" kern="1200" cap="none" spc="0" baseline="0" dirty="0" err="1">
                <a:solidFill>
                  <a:srgbClr val="000000"/>
                </a:solidFill>
                <a:uFillTx/>
                <a:latin typeface="Neue Haas Grotesk Text Pro"/>
              </a:rPr>
              <a:t>Exploração</a:t>
            </a:r>
            <a:r>
              <a:rPr lang="en-US" sz="1200" b="1" i="0" u="none" strike="noStrike" kern="1200" cap="none" spc="0" baseline="0" dirty="0">
                <a:solidFill>
                  <a:srgbClr val="000000"/>
                </a:solidFill>
                <a:uFillTx/>
                <a:latin typeface="Neue Haas Grotesk Text Pro"/>
              </a:rPr>
              <a:t> de </a:t>
            </a:r>
            <a:r>
              <a:rPr lang="en-US" sz="1200" b="1" i="0" u="none" strike="noStrike" kern="1200" cap="none" spc="0" baseline="0" dirty="0" err="1">
                <a:solidFill>
                  <a:srgbClr val="000000"/>
                </a:solidFill>
                <a:uFillTx/>
                <a:latin typeface="Neue Haas Grotesk Text Pro"/>
              </a:rPr>
              <a:t>Variáveis</a:t>
            </a:r>
            <a:endParaRPr lang="en-US" sz="12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200" b="0" i="0" u="none" strike="noStrike" kern="1200" cap="none" spc="0" baseline="0" dirty="0" err="1">
                <a:solidFill>
                  <a:srgbClr val="000000"/>
                </a:solidFill>
                <a:uFillTx/>
                <a:latin typeface="Neue Haas Grotesk Text Pro"/>
              </a:rPr>
              <a:t>Perguntas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focadas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em</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variáveis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externas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ajudam</a:t>
            </a:r>
            <a:r>
              <a:rPr lang="en-US" sz="1200" b="0" i="0" u="none" strike="noStrike" kern="1200" cap="none" spc="0" baseline="0" dirty="0">
                <a:solidFill>
                  <a:srgbClr val="000000"/>
                </a:solidFill>
                <a:uFillTx/>
                <a:latin typeface="Neue Haas Grotesk Text Pro"/>
              </a:rPr>
              <a:t> a </a:t>
            </a:r>
            <a:r>
              <a:rPr lang="en-US" sz="1200" b="0" i="0" u="none" strike="noStrike" kern="1200" cap="none" spc="0" baseline="0" dirty="0" err="1">
                <a:solidFill>
                  <a:srgbClr val="000000"/>
                </a:solidFill>
                <a:uFillTx/>
                <a:latin typeface="Neue Haas Grotesk Text Pro"/>
              </a:rPr>
              <a:t>identificar</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smtClean="0">
                <a:solidFill>
                  <a:srgbClr val="000000"/>
                </a:solidFill>
                <a:uFillTx/>
                <a:latin typeface="Neue Haas Grotesk Text Pro"/>
              </a:rPr>
              <a:t>factores</a:t>
            </a:r>
            <a:r>
              <a:rPr lang="en-US" sz="1200" b="0" i="0" u="none" strike="noStrike" kern="1200" cap="none" spc="0" baseline="0" dirty="0" smtClean="0">
                <a:solidFill>
                  <a:srgbClr val="000000"/>
                </a:solidFill>
                <a:uFillTx/>
                <a:latin typeface="Neue Haas Grotesk Text Pro"/>
              </a:rPr>
              <a:t> </a:t>
            </a:r>
            <a:r>
              <a:rPr lang="en-US" sz="1200" b="0" i="0" u="none" strike="noStrike" kern="1200" cap="none" spc="0" baseline="0" dirty="0">
                <a:solidFill>
                  <a:srgbClr val="000000"/>
                </a:solidFill>
                <a:uFillTx/>
                <a:latin typeface="Neue Haas Grotesk Text Pro"/>
              </a:rPr>
              <a:t>de </a:t>
            </a:r>
            <a:r>
              <a:rPr lang="en-US" sz="1200" b="0" i="0" u="none" strike="noStrike" kern="1200" cap="none" spc="0" baseline="0" dirty="0" err="1">
                <a:solidFill>
                  <a:srgbClr val="000000"/>
                </a:solidFill>
                <a:uFillTx/>
                <a:latin typeface="Neue Haas Grotesk Text Pro"/>
              </a:rPr>
              <a:t>risco</a:t>
            </a:r>
            <a:r>
              <a:rPr lang="en-US" sz="1200" b="0" i="0" u="none" strike="noStrike" kern="1200" cap="none" spc="0" baseline="0" dirty="0">
                <a:solidFill>
                  <a:srgbClr val="000000"/>
                </a:solidFill>
                <a:uFillTx/>
                <a:latin typeface="Neue Haas Grotesk Text Pro"/>
              </a:rPr>
              <a:t> e </a:t>
            </a:r>
            <a:r>
              <a:rPr lang="en-US" sz="1200" b="0" i="0" u="none" strike="noStrike" kern="1200" cap="none" spc="0" baseline="0" dirty="0" err="1">
                <a:solidFill>
                  <a:srgbClr val="000000"/>
                </a:solidFill>
                <a:uFillTx/>
                <a:latin typeface="Neue Haas Grotesk Text Pro"/>
              </a:rPr>
              <a:t>influências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importantes</a:t>
            </a:r>
            <a:r>
              <a:rPr lang="en-US" sz="1200" b="0" i="0" u="none" strike="noStrike" kern="1200" cap="none" spc="0" baseline="0" dirty="0">
                <a:solidFill>
                  <a:srgbClr val="000000"/>
                </a:solidFill>
                <a:uFillTx/>
                <a:latin typeface="Neue Haas Grotesk Text Pro"/>
              </a:rPr>
              <a:t> para o </a:t>
            </a:r>
            <a:r>
              <a:rPr lang="en-US" sz="1200" b="0" i="0" u="none" strike="noStrike" kern="1200" cap="none" spc="0" baseline="0" dirty="0" err="1">
                <a:solidFill>
                  <a:srgbClr val="000000"/>
                </a:solidFill>
                <a:uFillTx/>
                <a:latin typeface="Neue Haas Grotesk Text Pro"/>
              </a:rPr>
              <a:t>planejamento</a:t>
            </a:r>
            <a:r>
              <a:rPr lang="en-US" sz="12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200" b="1" i="0" u="none" strike="noStrike" kern="1200" cap="none" spc="0" baseline="0" dirty="0" err="1">
                <a:solidFill>
                  <a:srgbClr val="000000"/>
                </a:solidFill>
                <a:uFillTx/>
                <a:latin typeface="Neue Haas Grotesk Text Pro"/>
              </a:rPr>
              <a:t>Aplicação</a:t>
            </a:r>
            <a:r>
              <a:rPr lang="en-US" sz="1200" b="1" i="0" u="none" strike="noStrike" kern="1200" cap="none" spc="0" baseline="0" dirty="0">
                <a:solidFill>
                  <a:srgbClr val="000000"/>
                </a:solidFill>
                <a:uFillTx/>
                <a:latin typeface="Neue Haas Grotesk Text Pro"/>
              </a:rPr>
              <a:t> </a:t>
            </a:r>
            <a:r>
              <a:rPr lang="en-US" sz="1200" b="1" i="0" u="none" strike="noStrike" kern="1200" cap="none" spc="0" baseline="0" dirty="0" err="1">
                <a:solidFill>
                  <a:srgbClr val="000000"/>
                </a:solidFill>
                <a:uFillTx/>
                <a:latin typeface="Neue Haas Grotesk Text Pro"/>
              </a:rPr>
              <a:t>Ampliada</a:t>
            </a:r>
            <a:endParaRPr lang="en-US" sz="12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200" b="0" i="0" u="none" strike="noStrike" kern="1200" cap="none" spc="0" baseline="0" dirty="0" err="1">
                <a:solidFill>
                  <a:srgbClr val="000000"/>
                </a:solidFill>
                <a:uFillTx/>
                <a:latin typeface="Neue Haas Grotesk Text Pro"/>
              </a:rPr>
              <a:t>Incentiva</a:t>
            </a:r>
            <a:r>
              <a:rPr lang="en-US" sz="1200" b="0" i="0" u="none" strike="noStrike" kern="1200" cap="none" spc="0" baseline="0" dirty="0">
                <a:solidFill>
                  <a:srgbClr val="000000"/>
                </a:solidFill>
                <a:uFillTx/>
                <a:latin typeface="Neue Haas Grotesk Text Pro"/>
              </a:rPr>
              <a:t> a </a:t>
            </a:r>
            <a:r>
              <a:rPr lang="en-US" sz="1200" b="0" i="0" u="none" strike="noStrike" kern="1200" cap="none" spc="0" baseline="0" dirty="0" err="1">
                <a:solidFill>
                  <a:srgbClr val="000000"/>
                </a:solidFill>
                <a:uFillTx/>
                <a:latin typeface="Neue Haas Grotesk Text Pro"/>
              </a:rPr>
              <a:t>reflexão</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sobre</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como</a:t>
            </a:r>
            <a:r>
              <a:rPr lang="en-US" sz="1200" b="0" i="0" u="none" strike="noStrike" kern="1200" cap="none" spc="0" baseline="0" dirty="0">
                <a:solidFill>
                  <a:srgbClr val="000000"/>
                </a:solidFill>
                <a:uFillTx/>
                <a:latin typeface="Neue Haas Grotesk Text Pro"/>
              </a:rPr>
              <a:t> a </a:t>
            </a:r>
            <a:r>
              <a:rPr lang="en-US" sz="1200" b="0" i="0" u="none" strike="noStrike" kern="1200" cap="none" spc="0" baseline="0" dirty="0" err="1">
                <a:solidFill>
                  <a:srgbClr val="000000"/>
                </a:solidFill>
                <a:uFillTx/>
                <a:latin typeface="Neue Haas Grotesk Text Pro"/>
              </a:rPr>
              <a:t>solução</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pode</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ser</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adaptada</a:t>
            </a:r>
            <a:r>
              <a:rPr lang="en-US" sz="1200" b="0" i="0" u="none" strike="noStrike" kern="1200" cap="none" spc="0" baseline="0" dirty="0">
                <a:solidFill>
                  <a:srgbClr val="000000"/>
                </a:solidFill>
                <a:uFillTx/>
                <a:latin typeface="Neue Haas Grotesk Text Pro"/>
              </a:rPr>
              <a:t> para outros </a:t>
            </a:r>
            <a:r>
              <a:rPr lang="en-US" sz="1200" b="0" i="0" u="none" strike="noStrike" kern="1200" cap="none" spc="0" baseline="0" dirty="0" err="1">
                <a:solidFill>
                  <a:srgbClr val="000000"/>
                </a:solidFill>
                <a:uFillTx/>
                <a:latin typeface="Neue Haas Grotesk Text Pro"/>
              </a:rPr>
              <a:t>contextos</a:t>
            </a:r>
            <a:r>
              <a:rPr lang="en-US" sz="1200" b="0" i="0" u="none" strike="noStrike" kern="1200" cap="none" spc="0" baseline="0" dirty="0">
                <a:solidFill>
                  <a:srgbClr val="000000"/>
                </a:solidFill>
                <a:uFillTx/>
                <a:latin typeface="Neue Haas Grotesk Text Pro"/>
              </a:rPr>
              <a:t> </a:t>
            </a:r>
            <a:r>
              <a:rPr lang="en-US" sz="1200" b="0" i="0" u="none" strike="noStrike" kern="1200" cap="none" spc="0" baseline="0" dirty="0" err="1">
                <a:solidFill>
                  <a:srgbClr val="000000"/>
                </a:solidFill>
                <a:uFillTx/>
                <a:latin typeface="Neue Haas Grotesk Text Pro"/>
              </a:rPr>
              <a:t>além</a:t>
            </a:r>
            <a:r>
              <a:rPr lang="en-US" sz="1200" b="0" i="0" u="none" strike="noStrike" kern="1200" cap="none" spc="0" baseline="0" dirty="0">
                <a:solidFill>
                  <a:srgbClr val="000000"/>
                </a:solidFill>
                <a:uFillTx/>
                <a:latin typeface="Neue Haas Grotesk Text Pro"/>
              </a:rPr>
              <a:t> do </a:t>
            </a:r>
            <a:r>
              <a:rPr lang="en-US" sz="1200" b="0" i="0" u="none" strike="noStrike" kern="1200" cap="none" spc="0" baseline="0" dirty="0" err="1">
                <a:solidFill>
                  <a:srgbClr val="000000"/>
                </a:solidFill>
                <a:uFillTx/>
                <a:latin typeface="Neue Haas Grotesk Text Pro"/>
              </a:rPr>
              <a:t>eleitoral</a:t>
            </a:r>
            <a:r>
              <a:rPr lang="en-US" sz="1200" b="0" i="0" u="none" strike="noStrike" kern="1200" cap="none" spc="0" baseline="0" dirty="0">
                <a:solidFill>
                  <a:srgbClr val="000000"/>
                </a:solidFill>
                <a:uFillTx/>
                <a:latin typeface="Neue Haas Grotesk Text Pro"/>
              </a:rPr>
              <a:t>.</a:t>
            </a:r>
          </a:p>
        </p:txBody>
      </p:sp>
      <p:pic>
        <p:nvPicPr>
          <p:cNvPr id="4" name="Content Placeholder 3" descr="Nunca é tarde para aprender algo novo"/>
          <p:cNvPicPr>
            <a:picLocks noGrp="1" noChangeAspect="1"/>
          </p:cNvPicPr>
          <p:nvPr>
            <p:ph type="pic" idx="4294967295"/>
          </p:nvPr>
        </p:nvPicPr>
        <p:blipFill>
          <a:blip r:embed="rId3"/>
          <a:srcRect l="7165" r="26372" b="-1"/>
          <a:stretch>
            <a:fillRect/>
          </a:stretch>
        </p:blipFill>
        <p:spPr>
          <a:xfrm>
            <a:off x="5363568" y="9"/>
            <a:ext cx="6828428" cy="6857990"/>
          </a:xfr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dirty="0" err="1" smtClean="0"/>
              <a:t>Protótipo</a:t>
            </a:r>
            <a:endParaRPr lang="en-US" dirty="0"/>
          </a:p>
        </p:txBody>
      </p:sp>
    </p:spTree>
    <p:extLst>
      <p:ext uri="{BB962C8B-B14F-4D97-AF65-F5344CB8AC3E}">
        <p14:creationId xmlns:p14="http://schemas.microsoft.com/office/powerpoint/2010/main" val="1257355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2321">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0" y="180180"/>
            <a:ext cx="12192000" cy="6497640"/>
          </a:xfrm>
          <a:prstGeom prst="rect">
            <a:avLst/>
          </a:prstGeom>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2320">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p>
            <a:pPr lvl="0"/>
            <a:r>
              <a:rPr lang="en-US"/>
              <a:t>Conclusão</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normAutofit/>
          </a:bodyPr>
          <a:lstStyle/>
          <a:p>
            <a:pPr lvl="0"/>
            <a:r>
              <a:rPr lang="pt-PT" sz="5200" dirty="0"/>
              <a:t>Encerramento</a:t>
            </a:r>
          </a:p>
        </p:txBody>
      </p:sp>
      <p:sp>
        <p:nvSpPr>
          <p:cNvPr id="3" name="TextBox 4"/>
          <p:cNvSpPr txBox="1"/>
          <p:nvPr/>
        </p:nvSpPr>
        <p:spPr>
          <a:xfrm>
            <a:off x="543939" y="2890729"/>
            <a:ext cx="4449223" cy="3138440"/>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100" b="1" i="0" u="none" strike="noStrike" kern="1200" cap="none" spc="0" baseline="0" dirty="0" err="1">
                <a:solidFill>
                  <a:srgbClr val="000000"/>
                </a:solidFill>
                <a:uFillTx/>
                <a:latin typeface="Neue Haas Grotesk Text Pro"/>
              </a:rPr>
              <a:t>Transformação</a:t>
            </a:r>
            <a:r>
              <a:rPr lang="en-US" sz="1100" b="1" i="0" u="none" strike="noStrike" kern="1200" cap="none" spc="0" baseline="0" dirty="0">
                <a:solidFill>
                  <a:srgbClr val="000000"/>
                </a:solidFill>
                <a:uFillTx/>
                <a:latin typeface="Neue Haas Grotesk Text Pro"/>
              </a:rPr>
              <a:t> pela Machine Learning</a:t>
            </a: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100" b="0" i="0" u="none" strike="noStrike" kern="1200" cap="none" spc="0" baseline="0" dirty="0">
                <a:solidFill>
                  <a:srgbClr val="000000"/>
                </a:solidFill>
                <a:uFillTx/>
                <a:latin typeface="Neue Haas Grotesk Text Pro"/>
              </a:rPr>
              <a:t>Machine Learning </a:t>
            </a:r>
            <a:r>
              <a:rPr lang="en-US" sz="1100" b="0" i="0" u="none" strike="noStrike" kern="1200" cap="none" spc="0" baseline="0" dirty="0" err="1">
                <a:solidFill>
                  <a:srgbClr val="000000"/>
                </a:solidFill>
                <a:uFillTx/>
                <a:latin typeface="Neue Haas Grotesk Text Pro"/>
              </a:rPr>
              <a:t>substitui</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decisões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reativas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por</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estratégias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proativas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baseadas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em</a:t>
            </a:r>
            <a:r>
              <a:rPr lang="en-US" sz="1100" b="0" i="0" u="none" strike="noStrike" kern="1200" cap="none" spc="0" baseline="0" dirty="0">
                <a:solidFill>
                  <a:srgbClr val="000000"/>
                </a:solidFill>
                <a:uFillTx/>
                <a:latin typeface="Neue Haas Grotesk Text Pro"/>
              </a:rPr>
              <a:t> dados e </a:t>
            </a:r>
            <a:r>
              <a:rPr lang="en-US" sz="1100" b="0" i="0" u="none" strike="noStrike" kern="1200" cap="none" spc="0" baseline="0" dirty="0" err="1">
                <a:solidFill>
                  <a:srgbClr val="000000"/>
                </a:solidFill>
                <a:uFillTx/>
                <a:latin typeface="Neue Haas Grotesk Text Pro"/>
              </a:rPr>
              <a:t>evidências</a:t>
            </a:r>
            <a:r>
              <a:rPr lang="en-US" sz="1100" b="0" i="0" u="none" strike="noStrike" kern="1200" cap="none" spc="0" baseline="0" dirty="0">
                <a:solidFill>
                  <a:srgbClr val="000000"/>
                </a:solidFill>
                <a:uFillTx/>
                <a:latin typeface="Neue Haas Grotesk Text Pro"/>
              </a:rPr>
              <a:t> para </a:t>
            </a:r>
            <a:r>
              <a:rPr lang="en-US" sz="1100" b="0" i="0" u="none" strike="noStrike" kern="1200" cap="none" spc="0" baseline="0" dirty="0" err="1">
                <a:solidFill>
                  <a:srgbClr val="000000"/>
                </a:solidFill>
                <a:uFillTx/>
                <a:latin typeface="Neue Haas Grotesk Text Pro"/>
              </a:rPr>
              <a:t>gestão</a:t>
            </a:r>
            <a:r>
              <a:rPr lang="en-US" sz="1100" b="0" i="0" u="none" strike="noStrike" kern="1200" cap="none" spc="0" baseline="0" dirty="0">
                <a:solidFill>
                  <a:srgbClr val="000000"/>
                </a:solidFill>
                <a:uFillTx/>
                <a:latin typeface="Neue Haas Grotesk Text Pro"/>
              </a:rPr>
              <a:t> de </a:t>
            </a:r>
            <a:r>
              <a:rPr lang="en-US" sz="1100" b="0" i="0" u="none" strike="noStrike" kern="1200" cap="none" spc="0" baseline="0" dirty="0" err="1">
                <a:solidFill>
                  <a:srgbClr val="000000"/>
                </a:solidFill>
                <a:uFillTx/>
                <a:latin typeface="Neue Haas Grotesk Text Pro"/>
              </a:rPr>
              <a:t>riscos</a:t>
            </a:r>
            <a:r>
              <a:rPr lang="en-US" sz="11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100" b="1" i="0" u="none" strike="noStrike" kern="1200" cap="none" spc="0" baseline="0" dirty="0" err="1">
                <a:solidFill>
                  <a:srgbClr val="000000"/>
                </a:solidFill>
                <a:uFillTx/>
                <a:latin typeface="Neue Haas Grotesk Text Pro"/>
              </a:rPr>
              <a:t>Poder</a:t>
            </a:r>
            <a:r>
              <a:rPr lang="en-US" sz="1100" b="1" i="0" u="none" strike="noStrike" kern="1200" cap="none" spc="0" baseline="0" dirty="0">
                <a:solidFill>
                  <a:srgbClr val="000000"/>
                </a:solidFill>
                <a:uFillTx/>
                <a:latin typeface="Neue Haas Grotesk Text Pro"/>
              </a:rPr>
              <a:t> da </a:t>
            </a:r>
            <a:r>
              <a:rPr lang="en-US" sz="1100" b="1" i="0" u="none" strike="noStrike" kern="1200" cap="none" spc="0" baseline="0" dirty="0" err="1">
                <a:solidFill>
                  <a:srgbClr val="000000"/>
                </a:solidFill>
                <a:uFillTx/>
                <a:latin typeface="Neue Haas Grotesk Text Pro"/>
              </a:rPr>
              <a:t>Antecipação</a:t>
            </a:r>
            <a:endParaRPr lang="en-US" sz="11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100" b="0" i="0" u="none" strike="noStrike" kern="1200" cap="none" spc="0" baseline="0" dirty="0">
                <a:solidFill>
                  <a:srgbClr val="000000"/>
                </a:solidFill>
                <a:uFillTx/>
                <a:latin typeface="Neue Haas Grotesk Text Pro"/>
              </a:rPr>
              <a:t>Dados </a:t>
            </a:r>
            <a:r>
              <a:rPr lang="en-US" sz="1100" b="0" i="0" u="none" strike="noStrike" kern="1200" cap="none" spc="0" baseline="0" dirty="0" err="1">
                <a:solidFill>
                  <a:srgbClr val="000000"/>
                </a:solidFill>
                <a:uFillTx/>
                <a:latin typeface="Neue Haas Grotesk Text Pro"/>
              </a:rPr>
              <a:t>possibilitam</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prever</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incidentes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futuros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criando</a:t>
            </a:r>
            <a:r>
              <a:rPr lang="en-US" sz="1100" b="0" i="0" u="none" strike="noStrike" kern="1200" cap="none" spc="0" baseline="0" dirty="0">
                <a:solidFill>
                  <a:srgbClr val="000000"/>
                </a:solidFill>
                <a:uFillTx/>
                <a:latin typeface="Neue Haas Grotesk Text Pro"/>
              </a:rPr>
              <a:t> um </a:t>
            </a:r>
            <a:r>
              <a:rPr lang="en-US" sz="1100" b="0" i="0" u="none" strike="noStrike" kern="1200" cap="none" spc="0" baseline="0" dirty="0" err="1">
                <a:solidFill>
                  <a:srgbClr val="000000"/>
                </a:solidFill>
                <a:uFillTx/>
                <a:latin typeface="Neue Haas Grotesk Text Pro"/>
              </a:rPr>
              <a:t>sistema</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eficaz</a:t>
            </a:r>
            <a:r>
              <a:rPr lang="en-US" sz="1100" b="0" i="0" u="none" strike="noStrike" kern="1200" cap="none" spc="0" baseline="0" dirty="0">
                <a:solidFill>
                  <a:srgbClr val="000000"/>
                </a:solidFill>
                <a:uFillTx/>
                <a:latin typeface="Neue Haas Grotesk Text Pro"/>
              </a:rPr>
              <a:t> de </a:t>
            </a:r>
            <a:r>
              <a:rPr lang="en-US" sz="1100" b="0" i="0" u="none" strike="noStrike" kern="1200" cap="none" spc="0" baseline="0" dirty="0" err="1">
                <a:solidFill>
                  <a:srgbClr val="000000"/>
                </a:solidFill>
                <a:uFillTx/>
                <a:latin typeface="Neue Haas Grotesk Text Pro"/>
              </a:rPr>
              <a:t>apoio</a:t>
            </a:r>
            <a:r>
              <a:rPr lang="en-US" sz="1100" b="0" i="0" u="none" strike="noStrike" kern="1200" cap="none" spc="0" baseline="0" dirty="0">
                <a:solidFill>
                  <a:srgbClr val="000000"/>
                </a:solidFill>
                <a:uFillTx/>
                <a:latin typeface="Neue Haas Grotesk Text Pro"/>
              </a:rPr>
              <a:t> à </a:t>
            </a:r>
            <a:r>
              <a:rPr lang="en-US" sz="1100" b="0" i="0" u="none" strike="noStrike" kern="1200" cap="none" spc="0" baseline="0" dirty="0" err="1">
                <a:solidFill>
                  <a:srgbClr val="000000"/>
                </a:solidFill>
                <a:uFillTx/>
                <a:latin typeface="Neue Haas Grotesk Text Pro"/>
              </a:rPr>
              <a:t>decisão</a:t>
            </a:r>
            <a:r>
              <a:rPr lang="en-US" sz="1100" b="0" i="0" u="none" strike="noStrike" kern="1200" cap="none" spc="0" baseline="0" dirty="0">
                <a:solidFill>
                  <a:srgbClr val="000000"/>
                </a:solidFill>
                <a:uFillTx/>
                <a:latin typeface="Neue Haas Grotesk Text Pro"/>
              </a:rPr>
              <a:t>.</a:t>
            </a:r>
          </a:p>
          <a:p>
            <a:pPr marL="0" marR="0" lvl="0" indent="0" algn="l" defTabSz="914400" rtl="0" fontAlgn="auto" hangingPunct="1">
              <a:lnSpc>
                <a:spcPct val="90000"/>
              </a:lnSpc>
              <a:spcBef>
                <a:spcPts val="2500"/>
              </a:spcBef>
              <a:spcAft>
                <a:spcPts val="600"/>
              </a:spcAft>
              <a:buNone/>
              <a:tabLst/>
              <a:defRPr sz="1800" b="0" i="0" u="none" strike="noStrike" kern="0" cap="none" spc="0" baseline="0">
                <a:solidFill>
                  <a:srgbClr val="000000"/>
                </a:solidFill>
                <a:uFillTx/>
              </a:defRPr>
            </a:pPr>
            <a:r>
              <a:rPr lang="en-US" sz="1100" b="1" i="0" u="none" strike="noStrike" kern="1200" cap="none" spc="0" baseline="0" dirty="0" err="1">
                <a:solidFill>
                  <a:srgbClr val="000000"/>
                </a:solidFill>
                <a:uFillTx/>
                <a:latin typeface="Neue Haas Grotesk Text Pro"/>
              </a:rPr>
              <a:t>Impacto</a:t>
            </a:r>
            <a:r>
              <a:rPr lang="en-US" sz="1100" b="1" i="0" u="none" strike="noStrike" kern="1200" cap="none" spc="0" baseline="0" dirty="0">
                <a:solidFill>
                  <a:srgbClr val="000000"/>
                </a:solidFill>
                <a:uFillTx/>
                <a:latin typeface="Neue Haas Grotesk Text Pro"/>
              </a:rPr>
              <a:t> Social e </a:t>
            </a:r>
            <a:r>
              <a:rPr lang="en-US" sz="1100" b="1" i="0" u="none" strike="noStrike" kern="1200" cap="none" spc="0" baseline="0" dirty="0" err="1">
                <a:solidFill>
                  <a:srgbClr val="000000"/>
                </a:solidFill>
                <a:uFillTx/>
                <a:latin typeface="Neue Haas Grotesk Text Pro"/>
              </a:rPr>
              <a:t>Futuro</a:t>
            </a:r>
            <a:endParaRPr lang="en-US" sz="1100" b="1" i="0" u="none" strike="noStrike" kern="1200" cap="none" spc="0" baseline="0" dirty="0">
              <a:solidFill>
                <a:srgbClr val="000000"/>
              </a:solidFill>
              <a:uFillTx/>
              <a:latin typeface="Neue Haas Grotesk Text Pro"/>
            </a:endParaRPr>
          </a:p>
          <a:p>
            <a:pPr marL="0" marR="0" lvl="1" indent="0" algn="l" defTabSz="914400" rtl="0" fontAlgn="auto" hangingPunct="1">
              <a:lnSpc>
                <a:spcPct val="90000"/>
              </a:lnSpc>
              <a:spcBef>
                <a:spcPts val="1000"/>
              </a:spcBef>
              <a:spcAft>
                <a:spcPts val="600"/>
              </a:spcAft>
              <a:buNone/>
              <a:tabLst/>
              <a:defRPr sz="1800" b="0" i="0" u="none" strike="noStrike" kern="0" cap="none" spc="0" baseline="0">
                <a:solidFill>
                  <a:srgbClr val="000000"/>
                </a:solidFill>
                <a:uFillTx/>
              </a:defRPr>
            </a:pPr>
            <a:r>
              <a:rPr lang="en-US" sz="1100" b="0" i="0" u="none" strike="noStrike" kern="1200" cap="none" spc="0" baseline="0" dirty="0">
                <a:solidFill>
                  <a:srgbClr val="000000"/>
                </a:solidFill>
                <a:uFillTx/>
                <a:latin typeface="Neue Haas Grotesk Text Pro"/>
              </a:rPr>
              <a:t>A </a:t>
            </a:r>
            <a:r>
              <a:rPr lang="en-US" sz="1100" b="0" i="0" u="none" strike="noStrike" kern="1200" cap="none" spc="0" baseline="0" dirty="0" err="1">
                <a:solidFill>
                  <a:srgbClr val="000000"/>
                </a:solidFill>
                <a:uFillTx/>
                <a:latin typeface="Neue Haas Grotesk Text Pro"/>
              </a:rPr>
              <a:t>abordagem</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fortalece</a:t>
            </a:r>
            <a:r>
              <a:rPr lang="en-US" sz="1100" b="0" i="0" u="none" strike="noStrike" kern="1200" cap="none" spc="0" baseline="0" dirty="0">
                <a:solidFill>
                  <a:srgbClr val="000000"/>
                </a:solidFill>
                <a:uFillTx/>
                <a:latin typeface="Neue Haas Grotesk Text Pro"/>
              </a:rPr>
              <a:t> a </a:t>
            </a:r>
            <a:r>
              <a:rPr lang="en-US" sz="1100" b="0" i="0" u="none" strike="noStrike" kern="1200" cap="none" spc="0" baseline="0" dirty="0" err="1">
                <a:solidFill>
                  <a:srgbClr val="000000"/>
                </a:solidFill>
                <a:uFillTx/>
                <a:latin typeface="Neue Haas Grotesk Text Pro"/>
              </a:rPr>
              <a:t>estabilidade</a:t>
            </a:r>
            <a:r>
              <a:rPr lang="en-US" sz="1100" b="0" i="0" u="none" strike="noStrike" kern="1200" cap="none" spc="0" baseline="0" dirty="0">
                <a:solidFill>
                  <a:srgbClr val="000000"/>
                </a:solidFill>
                <a:uFillTx/>
                <a:latin typeface="Neue Haas Grotesk Text Pro"/>
              </a:rPr>
              <a:t> social, </a:t>
            </a:r>
            <a:r>
              <a:rPr lang="en-US" sz="1100" b="0" i="0" u="none" strike="noStrike" kern="1200" cap="none" spc="0" baseline="0" dirty="0" err="1">
                <a:solidFill>
                  <a:srgbClr val="000000"/>
                </a:solidFill>
                <a:uFillTx/>
                <a:latin typeface="Neue Haas Grotesk Text Pro"/>
              </a:rPr>
              <a:t>governança</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democrática</a:t>
            </a:r>
            <a:r>
              <a:rPr lang="en-US" sz="1100" b="0" i="0" u="none" strike="noStrike" kern="1200" cap="none" spc="0" baseline="0" dirty="0">
                <a:solidFill>
                  <a:srgbClr val="000000"/>
                </a:solidFill>
                <a:uFillTx/>
                <a:latin typeface="Neue Haas Grotesk Text Pro"/>
              </a:rPr>
              <a:t> e </a:t>
            </a:r>
            <a:r>
              <a:rPr lang="en-US" sz="1100" b="0" i="0" u="none" strike="noStrike" kern="1200" cap="none" spc="0" baseline="0" dirty="0" err="1">
                <a:solidFill>
                  <a:srgbClr val="000000"/>
                </a:solidFill>
                <a:uFillTx/>
                <a:latin typeface="Neue Haas Grotesk Text Pro"/>
              </a:rPr>
              <a:t>abre</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caminho</a:t>
            </a:r>
            <a:r>
              <a:rPr lang="en-US" sz="1100" b="0" i="0" u="none" strike="noStrike" kern="1200" cap="none" spc="0" baseline="0" dirty="0">
                <a:solidFill>
                  <a:srgbClr val="000000"/>
                </a:solidFill>
                <a:uFillTx/>
                <a:latin typeface="Neue Haas Grotesk Text Pro"/>
              </a:rPr>
              <a:t> para </a:t>
            </a:r>
            <a:r>
              <a:rPr lang="en-US" sz="1100" b="0" i="0" u="none" strike="noStrike" kern="1200" cap="none" spc="0" baseline="0" dirty="0" err="1">
                <a:solidFill>
                  <a:srgbClr val="000000"/>
                </a:solidFill>
                <a:uFillTx/>
                <a:latin typeface="Neue Haas Grotesk Text Pro"/>
              </a:rPr>
              <a:t>pesquisas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futuras</a:t>
            </a:r>
            <a:r>
              <a:rPr lang="en-US" sz="1100" b="0" i="0" u="none" strike="noStrike" kern="1200" cap="none" spc="0" baseline="0" dirty="0">
                <a:solidFill>
                  <a:srgbClr val="000000"/>
                </a:solidFill>
                <a:uFillTx/>
                <a:latin typeface="Neue Haas Grotesk Text Pro"/>
              </a:rPr>
              <a:t> com </a:t>
            </a:r>
            <a:r>
              <a:rPr lang="en-US" sz="1100" b="0" i="0" u="none" strike="noStrike" kern="1200" cap="none" spc="0" baseline="0" dirty="0" err="1">
                <a:solidFill>
                  <a:srgbClr val="000000"/>
                </a:solidFill>
                <a:uFillTx/>
                <a:latin typeface="Neue Haas Grotesk Text Pro"/>
              </a:rPr>
              <a:t>variáveis</a:t>
            </a:r>
            <a:r>
              <a:rPr lang="en-US" sz="1100" b="0" i="0" u="none" strike="noStrike" kern="1200" cap="none" spc="0" baseline="0" dirty="0">
                <a:solidFill>
                  <a:srgbClr val="000000"/>
                </a:solidFill>
                <a:uFillTx/>
                <a:latin typeface="Neue Haas Grotesk Text Pro"/>
              </a:rPr>
              <a:t> </a:t>
            </a:r>
            <a:r>
              <a:rPr lang="en-US" sz="1100" b="0" i="0" u="none" strike="noStrike" kern="1200" cap="none" spc="0" baseline="0" dirty="0" err="1">
                <a:solidFill>
                  <a:srgbClr val="000000"/>
                </a:solidFill>
                <a:uFillTx/>
                <a:latin typeface="Neue Haas Grotesk Text Pro"/>
              </a:rPr>
              <a:t>adicionais</a:t>
            </a:r>
            <a:r>
              <a:rPr lang="en-US" sz="1100" b="0" i="0" u="none" strike="noStrike" kern="1200" cap="none" spc="0" baseline="0" dirty="0">
                <a:solidFill>
                  <a:srgbClr val="000000"/>
                </a:solidFill>
                <a:uFillTx/>
                <a:latin typeface="Neue Haas Grotesk Text Pro"/>
              </a:rPr>
              <a:t>.</a:t>
            </a:r>
          </a:p>
        </p:txBody>
      </p:sp>
      <p:pic>
        <p:nvPicPr>
          <p:cNvPr id="4" name="Content Placeholder 3" descr="Conceito de Internet das Coisas"/>
          <p:cNvPicPr>
            <a:picLocks noGrp="1" noChangeAspect="1"/>
          </p:cNvPicPr>
          <p:nvPr>
            <p:ph type="pic" idx="4294967295"/>
          </p:nvPr>
        </p:nvPicPr>
        <p:blipFill>
          <a:blip r:embed="rId3"/>
          <a:srcRect l="12103" r="21434" b="-1"/>
          <a:stretch>
            <a:fillRect/>
          </a:stretch>
        </p:blipFill>
        <p:spPr>
          <a:xfrm>
            <a:off x="5363568" y="9"/>
            <a:ext cx="6828428" cy="6857990"/>
          </a:xfrm>
        </p:spPr>
      </p:pic>
    </p:spTree>
    <p:extLst>
      <p:ext uri="{BB962C8B-B14F-4D97-AF65-F5344CB8AC3E}">
        <p14:creationId xmlns:p14="http://schemas.microsoft.com/office/powerpoint/2010/main" val="198836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Eix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5950</TotalTime>
  <Words>2126</Words>
  <Application>Microsoft Office PowerPoint</Application>
  <PresentationFormat>Widescreen</PresentationFormat>
  <Paragraphs>119</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Neue Haas Grotesk Text Pro</vt:lpstr>
      <vt:lpstr>Eixo</vt:lpstr>
      <vt:lpstr>Previsão de Incidentes em Períodos Pós-Eleitorais Usando Machine Learning</vt:lpstr>
      <vt:lpstr>Previsão de Incidentes em Períodos Pós-Eleitorais Usando Machine Learning</vt:lpstr>
      <vt:lpstr>Introdução e Contextualização</vt:lpstr>
      <vt:lpstr>Contextualização</vt:lpstr>
      <vt:lpstr>Problema e Desafios</vt:lpstr>
      <vt:lpstr>Problema Central</vt:lpstr>
      <vt:lpstr>Solução Proposta</vt:lpstr>
      <vt:lpstr>Modelo de Machine Learning</vt:lpstr>
      <vt:lpstr>Metodologia</vt:lpstr>
      <vt:lpstr>Etapas do Processo</vt:lpstr>
      <vt:lpstr>Resultados Esperados e Impacto</vt:lpstr>
      <vt:lpstr>Pontos Impactantes</vt:lpstr>
      <vt:lpstr>Visualização e Interatividade</vt:lpstr>
      <vt:lpstr>Gráficos Simulados</vt:lpstr>
      <vt:lpstr>Questões para Interação</vt:lpstr>
      <vt:lpstr>Protótipo</vt:lpstr>
      <vt:lpstr>PowerPoint Presentation</vt:lpstr>
      <vt:lpstr>Conclusão</vt:lpstr>
      <vt:lpstr>Encerramento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Previsão de Incidentes em Períodos Pós-Eleitorais Usando Machine Learning</dc:title>
  <dc:creator>DEVELOPER#PROGRAMMER</dc:creator>
  <cp:lastModifiedBy>Microsoft account</cp:lastModifiedBy>
  <cp:revision>10</cp:revision>
  <dcterms:created xsi:type="dcterms:W3CDTF">2024-06-26T20:20:27Z</dcterms:created>
  <dcterms:modified xsi:type="dcterms:W3CDTF">2025-11-29T08:54:08Z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